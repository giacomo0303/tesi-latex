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>
        <p:scale>
          <a:sx n="100" d="100"/>
          <a:sy n="100" d="100"/>
        </p:scale>
        <p:origin x="-67" y="-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2CE0F13-41E6-4A2C-615F-10C82A65E0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5AE776A-1A77-3AFF-09C1-A5A4A592BB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6E26BD0-91DF-55A1-9C6E-FD3CED021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C7D22-69C9-4B7C-A8DA-4DEC6D3458F3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3BC5A2D-9CE3-D5A9-F516-3DEFFA66B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338AE8A-920F-B1CC-D839-0DCBB674E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F2958-AE7B-4964-82F9-664F3D80DBF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4585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7019D0F-C5E0-A81D-9325-3771F7DBE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C74C8A0-A3AE-9499-BCCF-BDBC0D070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3B7DBF-F945-C20B-77BD-C573175DF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C7D22-69C9-4B7C-A8DA-4DEC6D3458F3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CB89CA5-4665-CE3A-823F-E569CC59C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AE3F625-F14B-3AB3-F62E-4213BC5CC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F2958-AE7B-4964-82F9-664F3D80DBF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65913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0A91D67-C7B1-692E-D9EE-FA25FE2B7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C3389CE-51B9-B0FD-3F79-C1DB28B06D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A095ECA-1BFE-FDC0-5D3E-525B7102A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C7D22-69C9-4B7C-A8DA-4DEC6D3458F3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D90A69E-54BC-C63D-981F-3314E15C4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BE01E02-AB4E-0DB8-FCED-118B43211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F2958-AE7B-4964-82F9-664F3D80DBF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94178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E11269-91C0-1277-0E83-A4F663BA6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4987499-E2FF-F203-DAAB-C51F60AE79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AADDAE3-D4DA-8B6F-4D81-69EAB32CEB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9E1569C-BF7A-C03F-EC2F-46DD1EBFD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C7D22-69C9-4B7C-A8DA-4DEC6D3458F3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730F092-02F0-291F-7F46-D363D892E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804F040-9F5C-CF6A-876F-7C93AC059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F2958-AE7B-4964-82F9-664F3D80DBF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32556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30FCA0F-6701-14C6-DA9A-F06352BC8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DBA4951-7D86-6CAF-4628-7EB200249F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3EEF0D7-7078-5BF2-29E3-69DA233185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CEBE472-3DFA-C1FC-F315-78ADC375E6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07C9E1B6-750E-5A8E-7D8F-CB5F9E2CDD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26854332-5287-80ED-3A92-1DBD46510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C7D22-69C9-4B7C-A8DA-4DEC6D3458F3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484E6F65-7421-61EA-8A13-9F0E2062E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EE145ECB-0285-F9E6-6906-22641436B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F2958-AE7B-4964-82F9-664F3D80DBF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89420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D283F5-2922-415E-523A-F218747B5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4FBD8F8-7B8A-4594-9C78-14A510DC2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C7D22-69C9-4B7C-A8DA-4DEC6D3458F3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0E74AEA-FF35-66F5-5864-D69FEAC67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87206D7-3F0C-0C44-7132-BFA3E9F23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F2958-AE7B-4964-82F9-664F3D80DBF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1115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0DF9AC2E-4FCF-ADD2-F378-AC44974A4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C7D22-69C9-4B7C-A8DA-4DEC6D3458F3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F2B53462-0465-66BD-3FB7-50F3BA12D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C8722DF-8F71-9275-DCCB-65C9EC31D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F2958-AE7B-4964-82F9-664F3D80DBF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6968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E5900BD-C598-A116-6A10-E9A5CA890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9D29C20-A888-2F98-1161-9EBF9CEBC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032E694-774D-FBF1-375F-898C559E06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273F88C-B482-F574-0D8A-4FC5EB4BC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C7D22-69C9-4B7C-A8DA-4DEC6D3458F3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0DA0A5C-9A21-A7DE-62BD-6C08A12E1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0BA4C46-6556-6E78-B740-A4EF22FBC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F2958-AE7B-4964-82F9-664F3D80DBF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36140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A7C36A-1E5B-D6A0-0851-9EBFE2235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D9B79377-553F-90D5-463E-FE8218C9E3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08CDC81-07BB-0F94-0807-CFB43A939F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B214CDE-6953-1BBD-5AEE-9B655CFEE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C7D22-69C9-4B7C-A8DA-4DEC6D3458F3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4C28B18-6C42-0BA7-9A3F-066D0BBDA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23D22E1-F20B-25C9-095A-93BD294CD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F2958-AE7B-4964-82F9-664F3D80DBF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51559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4F63FF1-A6B1-47E1-B95C-5BC99F916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DB26BAE-7E7F-B77F-964C-E55E52695C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42ABE4A-512F-7B05-34FA-D46CA9F73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C7D22-69C9-4B7C-A8DA-4DEC6D3458F3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529AC4D-17F8-8F8F-6F79-7474BB9B2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C79297A-2B22-9FCB-8E41-65898AED2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F2958-AE7B-4964-82F9-664F3D80DBF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65563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CAB2F929-0765-65BC-3292-4A0730945B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34087B4-9AD5-F691-5953-B4765179C0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8941845-EA80-A8EF-B2B4-0ED79B03C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C7D22-69C9-4B7C-A8DA-4DEC6D3458F3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4BAAE51-190B-6B35-6ED1-BC55FE19C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BAFD27F-5B98-38D2-2BA2-2AFE64A37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F2958-AE7B-4964-82F9-664F3D80DBF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84018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8EA58BCD-84ED-FD03-21A6-D5D18E854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645BB3B-109A-DBFF-3802-2F0EB914D7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373F549-0AD9-4594-BD17-1FEE879597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7C7D22-69C9-4B7C-A8DA-4DEC6D3458F3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740E44D-501F-D266-48FA-4E88DC624B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72C6403-A3ED-9A06-AEDF-B5543E0574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CF2958-AE7B-4964-82F9-664F3D80DBF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44851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AAA67DCD-4E39-B633-04EC-2B8C905E9EC4}"/>
              </a:ext>
            </a:extLst>
          </p:cNvPr>
          <p:cNvCxnSpPr>
            <a:cxnSpLocks/>
            <a:endCxn id="9" idx="7"/>
          </p:cNvCxnSpPr>
          <p:nvPr/>
        </p:nvCxnSpPr>
        <p:spPr>
          <a:xfrm flipH="1">
            <a:off x="4192031" y="795130"/>
            <a:ext cx="923309" cy="3024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F63B94A5-3D2E-F1E5-EDE7-13C7D28F94AE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7076661" y="940403"/>
            <a:ext cx="571646" cy="5367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ttore 2 30">
            <a:extLst>
              <a:ext uri="{FF2B5EF4-FFF2-40B4-BE49-F238E27FC236}">
                <a16:creationId xmlns:a16="http://schemas.microsoft.com/office/drawing/2014/main" id="{338A8AFD-9CD7-1605-D59F-5A72472B5977}"/>
              </a:ext>
            </a:extLst>
          </p:cNvPr>
          <p:cNvCxnSpPr>
            <a:cxnSpLocks/>
            <a:stCxn id="10" idx="4"/>
            <a:endCxn id="25" idx="1"/>
          </p:cNvCxnSpPr>
          <p:nvPr/>
        </p:nvCxnSpPr>
        <p:spPr>
          <a:xfrm>
            <a:off x="8497293" y="2393344"/>
            <a:ext cx="633917" cy="15450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e 3">
            <a:extLst>
              <a:ext uri="{FF2B5EF4-FFF2-40B4-BE49-F238E27FC236}">
                <a16:creationId xmlns:a16="http://schemas.microsoft.com/office/drawing/2014/main" id="{5105CC2A-5B89-C9BC-54E6-EB62923B8A39}"/>
              </a:ext>
            </a:extLst>
          </p:cNvPr>
          <p:cNvSpPr/>
          <p:nvPr/>
        </p:nvSpPr>
        <p:spPr>
          <a:xfrm>
            <a:off x="4895353" y="246490"/>
            <a:ext cx="2401293" cy="1073427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noProof="0" dirty="0">
                <a:solidFill>
                  <a:schemeClr val="tx1"/>
                </a:solidFill>
              </a:rPr>
              <a:t>Compressione </a:t>
            </a:r>
            <a:r>
              <a:rPr lang="it-IT" noProof="0" dirty="0" err="1">
                <a:solidFill>
                  <a:schemeClr val="tx1"/>
                </a:solidFill>
              </a:rPr>
              <a:t>ViT</a:t>
            </a:r>
            <a:endParaRPr lang="it-IT" noProof="0" dirty="0">
              <a:solidFill>
                <a:schemeClr val="tx1"/>
              </a:solidFill>
            </a:endParaRPr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8FB1E36B-7DB1-7505-98FC-6A69168851F3}"/>
              </a:ext>
            </a:extLst>
          </p:cNvPr>
          <p:cNvSpPr/>
          <p:nvPr/>
        </p:nvSpPr>
        <p:spPr>
          <a:xfrm>
            <a:off x="2142399" y="940403"/>
            <a:ext cx="2401293" cy="1073427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noProof="0" dirty="0"/>
              <a:t>Architetture Efficienti</a:t>
            </a:r>
          </a:p>
        </p:txBody>
      </p:sp>
      <p:sp>
        <p:nvSpPr>
          <p:cNvPr id="10" name="Ovale 9">
            <a:extLst>
              <a:ext uri="{FF2B5EF4-FFF2-40B4-BE49-F238E27FC236}">
                <a16:creationId xmlns:a16="http://schemas.microsoft.com/office/drawing/2014/main" id="{7D984C58-FAF1-52D9-10E7-1CA369D9010D}"/>
              </a:ext>
            </a:extLst>
          </p:cNvPr>
          <p:cNvSpPr/>
          <p:nvPr/>
        </p:nvSpPr>
        <p:spPr>
          <a:xfrm>
            <a:off x="7296646" y="1319917"/>
            <a:ext cx="2401293" cy="1073427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noProof="0" dirty="0"/>
              <a:t>Metodi di compressione</a:t>
            </a:r>
          </a:p>
        </p:txBody>
      </p:sp>
      <p:sp>
        <p:nvSpPr>
          <p:cNvPr id="11" name="Ovale 10">
            <a:extLst>
              <a:ext uri="{FF2B5EF4-FFF2-40B4-BE49-F238E27FC236}">
                <a16:creationId xmlns:a16="http://schemas.microsoft.com/office/drawing/2014/main" id="{73A1931E-6197-1E8D-9007-A12949C61369}"/>
              </a:ext>
            </a:extLst>
          </p:cNvPr>
          <p:cNvSpPr/>
          <p:nvPr/>
        </p:nvSpPr>
        <p:spPr>
          <a:xfrm>
            <a:off x="165599" y="2138312"/>
            <a:ext cx="2401293" cy="1073427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Architetture Ibride CNN</a:t>
            </a:r>
            <a:endParaRPr lang="it-IT" noProof="0" dirty="0"/>
          </a:p>
        </p:txBody>
      </p:sp>
      <p:sp>
        <p:nvSpPr>
          <p:cNvPr id="12" name="Ovale 11">
            <a:extLst>
              <a:ext uri="{FF2B5EF4-FFF2-40B4-BE49-F238E27FC236}">
                <a16:creationId xmlns:a16="http://schemas.microsoft.com/office/drawing/2014/main" id="{F2E5ABF9-DBBB-194C-AD4F-41EB0F3577EE}"/>
              </a:ext>
            </a:extLst>
          </p:cNvPr>
          <p:cNvSpPr/>
          <p:nvPr/>
        </p:nvSpPr>
        <p:spPr>
          <a:xfrm>
            <a:off x="3453038" y="2236144"/>
            <a:ext cx="2401293" cy="1073427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noProof="0" dirty="0"/>
              <a:t>Archi</a:t>
            </a:r>
            <a:r>
              <a:rPr lang="it-IT" dirty="0" err="1"/>
              <a:t>tetture</a:t>
            </a:r>
            <a:r>
              <a:rPr lang="it-IT" dirty="0"/>
              <a:t> ottimizzate per Edge devices</a:t>
            </a:r>
            <a:endParaRPr lang="it-IT" noProof="0" dirty="0"/>
          </a:p>
        </p:txBody>
      </p: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3A70527B-4E5D-9DAA-ACC9-1634FE992DFF}"/>
              </a:ext>
            </a:extLst>
          </p:cNvPr>
          <p:cNvCxnSpPr>
            <a:cxnSpLocks/>
            <a:stCxn id="9" idx="3"/>
            <a:endCxn id="11" idx="7"/>
          </p:cNvCxnSpPr>
          <p:nvPr/>
        </p:nvCxnSpPr>
        <p:spPr>
          <a:xfrm flipH="1">
            <a:off x="2215231" y="1856630"/>
            <a:ext cx="278829" cy="4388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439EF74C-98D0-3443-5E2D-C6E9A2A3B3A5}"/>
              </a:ext>
            </a:extLst>
          </p:cNvPr>
          <p:cNvCxnSpPr>
            <a:cxnSpLocks/>
            <a:stCxn id="9" idx="5"/>
            <a:endCxn id="12" idx="0"/>
          </p:cNvCxnSpPr>
          <p:nvPr/>
        </p:nvCxnSpPr>
        <p:spPr>
          <a:xfrm>
            <a:off x="4192031" y="1856630"/>
            <a:ext cx="461654" cy="3795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e 23">
            <a:extLst>
              <a:ext uri="{FF2B5EF4-FFF2-40B4-BE49-F238E27FC236}">
                <a16:creationId xmlns:a16="http://schemas.microsoft.com/office/drawing/2014/main" id="{0A7EF678-4CEB-6ECE-1CB3-1EEABB12E81B}"/>
              </a:ext>
            </a:extLst>
          </p:cNvPr>
          <p:cNvSpPr/>
          <p:nvPr/>
        </p:nvSpPr>
        <p:spPr>
          <a:xfrm>
            <a:off x="5789034" y="2923284"/>
            <a:ext cx="2401293" cy="1073427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noProof="0" dirty="0" err="1"/>
              <a:t>Pruning</a:t>
            </a:r>
            <a:endParaRPr lang="it-IT" noProof="0" dirty="0"/>
          </a:p>
        </p:txBody>
      </p:sp>
      <p:sp>
        <p:nvSpPr>
          <p:cNvPr id="25" name="Ovale 24">
            <a:extLst>
              <a:ext uri="{FF2B5EF4-FFF2-40B4-BE49-F238E27FC236}">
                <a16:creationId xmlns:a16="http://schemas.microsoft.com/office/drawing/2014/main" id="{E9E0989B-8E26-A223-32AB-F03DC7895654}"/>
              </a:ext>
            </a:extLst>
          </p:cNvPr>
          <p:cNvSpPr/>
          <p:nvPr/>
        </p:nvSpPr>
        <p:spPr>
          <a:xfrm>
            <a:off x="8779549" y="3781171"/>
            <a:ext cx="2401293" cy="1073427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noProof="0" dirty="0"/>
              <a:t>Knowledge </a:t>
            </a:r>
            <a:r>
              <a:rPr lang="it-IT" noProof="0" dirty="0" err="1"/>
              <a:t>Distillation</a:t>
            </a:r>
            <a:endParaRPr lang="it-IT" noProof="0" dirty="0"/>
          </a:p>
        </p:txBody>
      </p:sp>
      <p:cxnSp>
        <p:nvCxnSpPr>
          <p:cNvPr id="28" name="Connettore 2 27">
            <a:extLst>
              <a:ext uri="{FF2B5EF4-FFF2-40B4-BE49-F238E27FC236}">
                <a16:creationId xmlns:a16="http://schemas.microsoft.com/office/drawing/2014/main" id="{17EFAD92-4339-7D06-EC40-B6D975AB10A9}"/>
              </a:ext>
            </a:extLst>
          </p:cNvPr>
          <p:cNvCxnSpPr>
            <a:cxnSpLocks/>
            <a:stCxn id="10" idx="3"/>
            <a:endCxn id="24" idx="0"/>
          </p:cNvCxnSpPr>
          <p:nvPr/>
        </p:nvCxnSpPr>
        <p:spPr>
          <a:xfrm flipH="1">
            <a:off x="6989681" y="2236144"/>
            <a:ext cx="658626" cy="6871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ttore 2 34">
            <a:extLst>
              <a:ext uri="{FF2B5EF4-FFF2-40B4-BE49-F238E27FC236}">
                <a16:creationId xmlns:a16="http://schemas.microsoft.com/office/drawing/2014/main" id="{86F3832F-226A-AC2E-2856-96EBA6FFE640}"/>
              </a:ext>
            </a:extLst>
          </p:cNvPr>
          <p:cNvCxnSpPr>
            <a:cxnSpLocks/>
            <a:stCxn id="10" idx="5"/>
            <a:endCxn id="60" idx="1"/>
          </p:cNvCxnSpPr>
          <p:nvPr/>
        </p:nvCxnSpPr>
        <p:spPr>
          <a:xfrm>
            <a:off x="9346278" y="2236144"/>
            <a:ext cx="558345" cy="471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e 59">
            <a:extLst>
              <a:ext uri="{FF2B5EF4-FFF2-40B4-BE49-F238E27FC236}">
                <a16:creationId xmlns:a16="http://schemas.microsoft.com/office/drawing/2014/main" id="{02D4DF5B-90C4-772F-9288-B1F46475E4FD}"/>
              </a:ext>
            </a:extLst>
          </p:cNvPr>
          <p:cNvSpPr/>
          <p:nvPr/>
        </p:nvSpPr>
        <p:spPr>
          <a:xfrm>
            <a:off x="9542552" y="2550544"/>
            <a:ext cx="2472378" cy="1073427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noProof="0" dirty="0"/>
              <a:t>Quantizzazione</a:t>
            </a:r>
          </a:p>
        </p:txBody>
      </p:sp>
      <p:sp>
        <p:nvSpPr>
          <p:cNvPr id="71" name="Ovale 70">
            <a:extLst>
              <a:ext uri="{FF2B5EF4-FFF2-40B4-BE49-F238E27FC236}">
                <a16:creationId xmlns:a16="http://schemas.microsoft.com/office/drawing/2014/main" id="{8EB9DFB3-F0CB-B5A1-A51A-EB52618E50E2}"/>
              </a:ext>
            </a:extLst>
          </p:cNvPr>
          <p:cNvSpPr/>
          <p:nvPr/>
        </p:nvSpPr>
        <p:spPr>
          <a:xfrm>
            <a:off x="4917701" y="4775085"/>
            <a:ext cx="2401293" cy="107342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noProof="0" dirty="0"/>
              <a:t>Metodo proposto</a:t>
            </a:r>
          </a:p>
        </p:txBody>
      </p:sp>
      <p:cxnSp>
        <p:nvCxnSpPr>
          <p:cNvPr id="72" name="Connettore 2 71">
            <a:extLst>
              <a:ext uri="{FF2B5EF4-FFF2-40B4-BE49-F238E27FC236}">
                <a16:creationId xmlns:a16="http://schemas.microsoft.com/office/drawing/2014/main" id="{A4625BDC-13CD-A05D-CFE7-E627D5A14C9B}"/>
              </a:ext>
            </a:extLst>
          </p:cNvPr>
          <p:cNvCxnSpPr>
            <a:cxnSpLocks/>
            <a:stCxn id="24" idx="4"/>
            <a:endCxn id="71" idx="0"/>
          </p:cNvCxnSpPr>
          <p:nvPr/>
        </p:nvCxnSpPr>
        <p:spPr>
          <a:xfrm flipH="1">
            <a:off x="6118348" y="3996711"/>
            <a:ext cx="871333" cy="778374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ttore 2 75">
            <a:extLst>
              <a:ext uri="{FF2B5EF4-FFF2-40B4-BE49-F238E27FC236}">
                <a16:creationId xmlns:a16="http://schemas.microsoft.com/office/drawing/2014/main" id="{12A14FDA-AD1B-0C12-A76F-4A71FC43131F}"/>
              </a:ext>
            </a:extLst>
          </p:cNvPr>
          <p:cNvCxnSpPr>
            <a:cxnSpLocks/>
            <a:stCxn id="25" idx="3"/>
            <a:endCxn id="71" idx="7"/>
          </p:cNvCxnSpPr>
          <p:nvPr/>
        </p:nvCxnSpPr>
        <p:spPr>
          <a:xfrm flipH="1">
            <a:off x="6967333" y="4697398"/>
            <a:ext cx="2163877" cy="234887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e 1">
            <a:extLst>
              <a:ext uri="{FF2B5EF4-FFF2-40B4-BE49-F238E27FC236}">
                <a16:creationId xmlns:a16="http://schemas.microsoft.com/office/drawing/2014/main" id="{5E5E7B0B-37B6-3083-E5D8-EAC9E2523387}"/>
              </a:ext>
            </a:extLst>
          </p:cNvPr>
          <p:cNvSpPr/>
          <p:nvPr/>
        </p:nvSpPr>
        <p:spPr>
          <a:xfrm>
            <a:off x="1655974" y="3459997"/>
            <a:ext cx="2472378" cy="1073427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noProof="0" dirty="0" err="1"/>
              <a:t>Neural</a:t>
            </a:r>
            <a:r>
              <a:rPr lang="it-IT" noProof="0" dirty="0"/>
              <a:t> Architecture </a:t>
            </a:r>
            <a:r>
              <a:rPr lang="it-IT" noProof="0" dirty="0" err="1"/>
              <a:t>Search</a:t>
            </a:r>
            <a:endParaRPr lang="it-IT" dirty="0"/>
          </a:p>
        </p:txBody>
      </p:sp>
      <p:cxnSp>
        <p:nvCxnSpPr>
          <p:cNvPr id="43" name="Connettore 2 42">
            <a:extLst>
              <a:ext uri="{FF2B5EF4-FFF2-40B4-BE49-F238E27FC236}">
                <a16:creationId xmlns:a16="http://schemas.microsoft.com/office/drawing/2014/main" id="{0110C7C9-1AC3-37DD-7ABC-FF1BD76F8A3C}"/>
              </a:ext>
            </a:extLst>
          </p:cNvPr>
          <p:cNvCxnSpPr>
            <a:cxnSpLocks/>
            <a:stCxn id="9" idx="4"/>
            <a:endCxn id="2" idx="0"/>
          </p:cNvCxnSpPr>
          <p:nvPr/>
        </p:nvCxnSpPr>
        <p:spPr>
          <a:xfrm flipH="1">
            <a:off x="2892163" y="2013830"/>
            <a:ext cx="450883" cy="14461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D118D2D9-4BD6-8DD3-92F4-DC1A929E725C}"/>
              </a:ext>
            </a:extLst>
          </p:cNvPr>
          <p:cNvCxnSpPr>
            <a:cxnSpLocks/>
            <a:stCxn id="2" idx="5"/>
            <a:endCxn id="71" idx="1"/>
          </p:cNvCxnSpPr>
          <p:nvPr/>
        </p:nvCxnSpPr>
        <p:spPr>
          <a:xfrm>
            <a:off x="3766281" y="4376224"/>
            <a:ext cx="1503081" cy="556061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28954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24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GIACOMO LOMBARDO</dc:creator>
  <cp:lastModifiedBy>GIACOMO LOMBARDO</cp:lastModifiedBy>
  <cp:revision>5</cp:revision>
  <dcterms:created xsi:type="dcterms:W3CDTF">2026-03-18T13:54:58Z</dcterms:created>
  <dcterms:modified xsi:type="dcterms:W3CDTF">2026-03-24T09:46:59Z</dcterms:modified>
</cp:coreProperties>
</file>