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>
        <p:scale>
          <a:sx n="75" d="100"/>
          <a:sy n="75" d="100"/>
        </p:scale>
        <p:origin x="883" y="5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2CE0F13-41E6-4A2C-615F-10C82A65E0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A5AE776A-1A77-3AFF-09C1-A5A4A592BB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6E26BD0-91DF-55A1-9C6E-FD3CED021F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7C7D22-69C9-4B7C-A8DA-4DEC6D3458F3}" type="datetimeFigureOut">
              <a:rPr lang="it-IT" smtClean="0"/>
              <a:t>01/04/2026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3BC5A2D-9CE3-D5A9-F516-3DEFFA66B3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338AE8A-920F-B1CC-D839-0DCBB674E6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CF2958-AE7B-4964-82F9-664F3D80DBF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645855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7019D0F-C5E0-A81D-9325-3771F7DBE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C74C8A0-A3AE-9499-BCCF-BDBC0D070E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A3B7DBF-F945-C20B-77BD-C573175DFC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7C7D22-69C9-4B7C-A8DA-4DEC6D3458F3}" type="datetimeFigureOut">
              <a:rPr lang="it-IT" smtClean="0"/>
              <a:t>01/04/2026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CB89CA5-4665-CE3A-823F-E569CC59C0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AE3F625-F14B-3AB3-F62E-4213BC5CC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CF2958-AE7B-4964-82F9-664F3D80DBF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659131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0A91D67-C7B1-692E-D9EE-FA25FE2B70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4C3389CE-51B9-B0FD-3F79-C1DB28B06D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A095ECA-1BFE-FDC0-5D3E-525B7102A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7C7D22-69C9-4B7C-A8DA-4DEC6D3458F3}" type="datetimeFigureOut">
              <a:rPr lang="it-IT" smtClean="0"/>
              <a:t>01/04/2026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D90A69E-54BC-C63D-981F-3314E15C4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BE01E02-AB4E-0DB8-FCED-118B432114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CF2958-AE7B-4964-82F9-664F3D80DBF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94178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3E11269-91C0-1277-0E83-A4F663BA69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4987499-E2FF-F203-DAAB-C51F60AE797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AADDAE3-D4DA-8B6F-4D81-69EAB32CEB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E9E1569C-BF7A-C03F-EC2F-46DD1EBFD8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7C7D22-69C9-4B7C-A8DA-4DEC6D3458F3}" type="datetimeFigureOut">
              <a:rPr lang="it-IT" smtClean="0"/>
              <a:t>01/04/2026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4730F092-02F0-291F-7F46-D363D892EE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8804F040-9F5C-CF6A-876F-7C93AC0594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CF2958-AE7B-4964-82F9-664F3D80DBF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325566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30FCA0F-6701-14C6-DA9A-F06352BC81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ADBA4951-7D86-6CAF-4628-7EB200249F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3EEF0D7-7078-5BF2-29E3-69DA233185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0CEBE472-3DFA-C1FC-F315-78ADC375E6B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07C9E1B6-750E-5A8E-7D8F-CB5F9E2CDDB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26854332-5287-80ED-3A92-1DBD46510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7C7D22-69C9-4B7C-A8DA-4DEC6D3458F3}" type="datetimeFigureOut">
              <a:rPr lang="it-IT" smtClean="0"/>
              <a:t>01/04/2026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484E6F65-7421-61EA-8A13-9F0E2062E4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EE145ECB-0285-F9E6-6906-22641436B1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CF2958-AE7B-4964-82F9-664F3D80DBF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894205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4D283F5-2922-415E-523A-F218747B5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34FBD8F8-7B8A-4594-9C78-14A510DC2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7C7D22-69C9-4B7C-A8DA-4DEC6D3458F3}" type="datetimeFigureOut">
              <a:rPr lang="it-IT" smtClean="0"/>
              <a:t>01/04/2026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40E74AEA-FF35-66F5-5864-D69FEAC67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587206D7-3F0C-0C44-7132-BFA3E9F237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CF2958-AE7B-4964-82F9-664F3D80DBF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211155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0DF9AC2E-4FCF-ADD2-F378-AC44974A4A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7C7D22-69C9-4B7C-A8DA-4DEC6D3458F3}" type="datetimeFigureOut">
              <a:rPr lang="it-IT" smtClean="0"/>
              <a:t>01/04/2026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F2B53462-0465-66BD-3FB7-50F3BA12D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6C8722DF-8F71-9275-DCCB-65C9EC31DD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CF2958-AE7B-4964-82F9-664F3D80DBF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269682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E5900BD-C598-A116-6A10-E9A5CA890A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9D29C20-A888-2F98-1161-9EBF9CEBC5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0032E694-774D-FBF1-375F-898C559E06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9273F88C-B482-F574-0D8A-4FC5EB4BCF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7C7D22-69C9-4B7C-A8DA-4DEC6D3458F3}" type="datetimeFigureOut">
              <a:rPr lang="it-IT" smtClean="0"/>
              <a:t>01/04/2026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E0DA0A5C-9A21-A7DE-62BD-6C08A12E12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00BA4C46-6556-6E78-B740-A4EF22FBCE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CF2958-AE7B-4964-82F9-664F3D80DBF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361406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AA7C36A-1E5B-D6A0-0851-9EBFE22352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D9B79377-553F-90D5-463E-FE8218C9E3F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A08CDC81-07BB-0F94-0807-CFB43A939F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2B214CDE-6953-1BBD-5AEE-9B655CFEE7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7C7D22-69C9-4B7C-A8DA-4DEC6D3458F3}" type="datetimeFigureOut">
              <a:rPr lang="it-IT" smtClean="0"/>
              <a:t>01/04/2026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14C28B18-6C42-0BA7-9A3F-066D0BBDA9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223D22E1-F20B-25C9-095A-93BD294CD5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CF2958-AE7B-4964-82F9-664F3D80DBF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515599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4F63FF1-A6B1-47E1-B95C-5BC99F916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ADB26BAE-7E7F-B77F-964C-E55E52695C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42ABE4A-512F-7B05-34FA-D46CA9F73D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7C7D22-69C9-4B7C-A8DA-4DEC6D3458F3}" type="datetimeFigureOut">
              <a:rPr lang="it-IT" smtClean="0"/>
              <a:t>01/04/2026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529AC4D-17F8-8F8F-6F79-7474BB9B2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C79297A-2B22-9FCB-8E41-65898AED2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CF2958-AE7B-4964-82F9-664F3D80DBF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655634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CAB2F929-0765-65BC-3292-4A0730945BD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334087B4-9AD5-F691-5953-B4765179C0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8941845-EA80-A8EF-B2B4-0ED79B03C6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7C7D22-69C9-4B7C-A8DA-4DEC6D3458F3}" type="datetimeFigureOut">
              <a:rPr lang="it-IT" smtClean="0"/>
              <a:t>01/04/2026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4BAAE51-190B-6B35-6ED1-BC55FE19CC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BAFD27F-5B98-38D2-2BA2-2AFE64A37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CF2958-AE7B-4964-82F9-664F3D80DBF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840183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8EA58BCD-84ED-FD03-21A6-D5D18E8542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C645BB3B-109A-DBFF-3802-2F0EB914D7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373F549-0AD9-4594-BD17-1FEE8795973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7C7D22-69C9-4B7C-A8DA-4DEC6D3458F3}" type="datetimeFigureOut">
              <a:rPr lang="it-IT" smtClean="0"/>
              <a:t>01/04/2026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740E44D-501F-D266-48FA-4E88DC624B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72C6403-A3ED-9A06-AEDF-B5543E0574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CF2958-AE7B-4964-82F9-664F3D80DBF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448512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Connettore 2 13">
            <a:extLst>
              <a:ext uri="{FF2B5EF4-FFF2-40B4-BE49-F238E27FC236}">
                <a16:creationId xmlns:a16="http://schemas.microsoft.com/office/drawing/2014/main" id="{AAA67DCD-4E39-B633-04EC-2B8C905E9EC4}"/>
              </a:ext>
            </a:extLst>
          </p:cNvPr>
          <p:cNvCxnSpPr>
            <a:cxnSpLocks/>
            <a:stCxn id="4" idx="2"/>
            <a:endCxn id="9" idx="6"/>
          </p:cNvCxnSpPr>
          <p:nvPr/>
        </p:nvCxnSpPr>
        <p:spPr>
          <a:xfrm flipH="1">
            <a:off x="3753471" y="738043"/>
            <a:ext cx="1164230" cy="2290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ttore 2 20">
            <a:extLst>
              <a:ext uri="{FF2B5EF4-FFF2-40B4-BE49-F238E27FC236}">
                <a16:creationId xmlns:a16="http://schemas.microsoft.com/office/drawing/2014/main" id="{F63B94A5-3D2E-F1E5-EDE7-13C7D28F94AE}"/>
              </a:ext>
            </a:extLst>
          </p:cNvPr>
          <p:cNvCxnSpPr>
            <a:cxnSpLocks/>
            <a:stCxn id="4" idx="6"/>
            <a:endCxn id="10" idx="2"/>
          </p:cNvCxnSpPr>
          <p:nvPr/>
        </p:nvCxnSpPr>
        <p:spPr>
          <a:xfrm>
            <a:off x="7318994" y="738043"/>
            <a:ext cx="1164231" cy="2358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Ovale 3">
            <a:extLst>
              <a:ext uri="{FF2B5EF4-FFF2-40B4-BE49-F238E27FC236}">
                <a16:creationId xmlns:a16="http://schemas.microsoft.com/office/drawing/2014/main" id="{5105CC2A-5B89-C9BC-54E6-EB62923B8A39}"/>
              </a:ext>
            </a:extLst>
          </p:cNvPr>
          <p:cNvSpPr/>
          <p:nvPr/>
        </p:nvSpPr>
        <p:spPr>
          <a:xfrm>
            <a:off x="4917701" y="201329"/>
            <a:ext cx="2401293" cy="1073427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noProof="0" dirty="0">
                <a:solidFill>
                  <a:schemeClr val="tx1"/>
                </a:solidFill>
              </a:rPr>
              <a:t>Compressione </a:t>
            </a:r>
            <a:r>
              <a:rPr lang="it-IT" noProof="0" dirty="0" err="1">
                <a:solidFill>
                  <a:schemeClr val="tx1"/>
                </a:solidFill>
              </a:rPr>
              <a:t>ViT</a:t>
            </a:r>
            <a:endParaRPr lang="it-IT" noProof="0" dirty="0">
              <a:solidFill>
                <a:schemeClr val="tx1"/>
              </a:solidFill>
            </a:endParaRPr>
          </a:p>
        </p:txBody>
      </p:sp>
      <p:sp>
        <p:nvSpPr>
          <p:cNvPr id="9" name="Ovale 8">
            <a:extLst>
              <a:ext uri="{FF2B5EF4-FFF2-40B4-BE49-F238E27FC236}">
                <a16:creationId xmlns:a16="http://schemas.microsoft.com/office/drawing/2014/main" id="{8FB1E36B-7DB1-7505-98FC-6A69168851F3}"/>
              </a:ext>
            </a:extLst>
          </p:cNvPr>
          <p:cNvSpPr/>
          <p:nvPr/>
        </p:nvSpPr>
        <p:spPr>
          <a:xfrm>
            <a:off x="1352178" y="430416"/>
            <a:ext cx="2401293" cy="1073427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noProof="0" dirty="0"/>
              <a:t>Architetture Efficienti</a:t>
            </a:r>
          </a:p>
        </p:txBody>
      </p:sp>
      <p:sp>
        <p:nvSpPr>
          <p:cNvPr id="10" name="Ovale 9">
            <a:extLst>
              <a:ext uri="{FF2B5EF4-FFF2-40B4-BE49-F238E27FC236}">
                <a16:creationId xmlns:a16="http://schemas.microsoft.com/office/drawing/2014/main" id="{7D984C58-FAF1-52D9-10E7-1CA369D9010D}"/>
              </a:ext>
            </a:extLst>
          </p:cNvPr>
          <p:cNvSpPr/>
          <p:nvPr/>
        </p:nvSpPr>
        <p:spPr>
          <a:xfrm>
            <a:off x="8483225" y="437129"/>
            <a:ext cx="2401293" cy="1073427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noProof="0" dirty="0"/>
              <a:t>Metodi di compressione</a:t>
            </a:r>
          </a:p>
        </p:txBody>
      </p:sp>
      <p:sp>
        <p:nvSpPr>
          <p:cNvPr id="11" name="Ovale 10">
            <a:extLst>
              <a:ext uri="{FF2B5EF4-FFF2-40B4-BE49-F238E27FC236}">
                <a16:creationId xmlns:a16="http://schemas.microsoft.com/office/drawing/2014/main" id="{73A1931E-6197-1E8D-9007-A12949C61369}"/>
              </a:ext>
            </a:extLst>
          </p:cNvPr>
          <p:cNvSpPr/>
          <p:nvPr/>
        </p:nvSpPr>
        <p:spPr>
          <a:xfrm>
            <a:off x="129183" y="2053130"/>
            <a:ext cx="2401293" cy="1073427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/>
              <a:t>Architetture Ibride CNN</a:t>
            </a:r>
            <a:endParaRPr lang="it-IT" noProof="0" dirty="0"/>
          </a:p>
        </p:txBody>
      </p:sp>
      <p:sp>
        <p:nvSpPr>
          <p:cNvPr id="12" name="Ovale 11">
            <a:extLst>
              <a:ext uri="{FF2B5EF4-FFF2-40B4-BE49-F238E27FC236}">
                <a16:creationId xmlns:a16="http://schemas.microsoft.com/office/drawing/2014/main" id="{F2E5ABF9-DBBB-194C-AD4F-41EB0F3577EE}"/>
              </a:ext>
            </a:extLst>
          </p:cNvPr>
          <p:cNvSpPr/>
          <p:nvPr/>
        </p:nvSpPr>
        <p:spPr>
          <a:xfrm>
            <a:off x="3346710" y="2053130"/>
            <a:ext cx="2401293" cy="1073427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noProof="0" dirty="0"/>
              <a:t>Archi</a:t>
            </a:r>
            <a:r>
              <a:rPr lang="it-IT" dirty="0" err="1"/>
              <a:t>tetture</a:t>
            </a:r>
            <a:r>
              <a:rPr lang="it-IT" dirty="0"/>
              <a:t> ottimizzate per Edge devices</a:t>
            </a:r>
            <a:endParaRPr lang="it-IT" noProof="0" dirty="0"/>
          </a:p>
        </p:txBody>
      </p:sp>
      <p:sp>
        <p:nvSpPr>
          <p:cNvPr id="24" name="Ovale 23">
            <a:extLst>
              <a:ext uri="{FF2B5EF4-FFF2-40B4-BE49-F238E27FC236}">
                <a16:creationId xmlns:a16="http://schemas.microsoft.com/office/drawing/2014/main" id="{0A7EF678-4CEB-6ECE-1CB3-1EEABB12E81B}"/>
              </a:ext>
            </a:extLst>
          </p:cNvPr>
          <p:cNvSpPr/>
          <p:nvPr/>
        </p:nvSpPr>
        <p:spPr>
          <a:xfrm>
            <a:off x="6378256" y="2047270"/>
            <a:ext cx="2401293" cy="1073427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noProof="0" dirty="0" err="1"/>
              <a:t>Pruning</a:t>
            </a:r>
            <a:endParaRPr lang="it-IT" noProof="0" dirty="0"/>
          </a:p>
        </p:txBody>
      </p:sp>
      <p:sp>
        <p:nvSpPr>
          <p:cNvPr id="25" name="Ovale 24">
            <a:extLst>
              <a:ext uri="{FF2B5EF4-FFF2-40B4-BE49-F238E27FC236}">
                <a16:creationId xmlns:a16="http://schemas.microsoft.com/office/drawing/2014/main" id="{E9E0989B-8E26-A223-32AB-F03DC7895654}"/>
              </a:ext>
            </a:extLst>
          </p:cNvPr>
          <p:cNvSpPr/>
          <p:nvPr/>
        </p:nvSpPr>
        <p:spPr>
          <a:xfrm>
            <a:off x="8004578" y="3893210"/>
            <a:ext cx="2401293" cy="1073427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noProof="0" dirty="0"/>
              <a:t>Knowledge </a:t>
            </a:r>
            <a:r>
              <a:rPr lang="it-IT" noProof="0" dirty="0" err="1"/>
              <a:t>Distillation</a:t>
            </a:r>
            <a:endParaRPr lang="it-IT" noProof="0" dirty="0"/>
          </a:p>
        </p:txBody>
      </p:sp>
      <p:sp>
        <p:nvSpPr>
          <p:cNvPr id="60" name="Ovale 59">
            <a:extLst>
              <a:ext uri="{FF2B5EF4-FFF2-40B4-BE49-F238E27FC236}">
                <a16:creationId xmlns:a16="http://schemas.microsoft.com/office/drawing/2014/main" id="{02D4DF5B-90C4-772F-9288-B1F46475E4FD}"/>
              </a:ext>
            </a:extLst>
          </p:cNvPr>
          <p:cNvSpPr/>
          <p:nvPr/>
        </p:nvSpPr>
        <p:spPr>
          <a:xfrm>
            <a:off x="9590439" y="2047269"/>
            <a:ext cx="2472378" cy="1073427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noProof="0" dirty="0"/>
              <a:t>Quantizzazione</a:t>
            </a:r>
          </a:p>
        </p:txBody>
      </p:sp>
      <p:sp>
        <p:nvSpPr>
          <p:cNvPr id="71" name="Ovale 70">
            <a:extLst>
              <a:ext uri="{FF2B5EF4-FFF2-40B4-BE49-F238E27FC236}">
                <a16:creationId xmlns:a16="http://schemas.microsoft.com/office/drawing/2014/main" id="{8EB9DFB3-F0CB-B5A1-A51A-EB52618E50E2}"/>
              </a:ext>
            </a:extLst>
          </p:cNvPr>
          <p:cNvSpPr/>
          <p:nvPr/>
        </p:nvSpPr>
        <p:spPr>
          <a:xfrm>
            <a:off x="4917701" y="4775085"/>
            <a:ext cx="2401293" cy="1073427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noProof="0" dirty="0"/>
              <a:t>Metodo proposto</a:t>
            </a:r>
          </a:p>
        </p:txBody>
      </p:sp>
      <p:cxnSp>
        <p:nvCxnSpPr>
          <p:cNvPr id="76" name="Connettore 2 75">
            <a:extLst>
              <a:ext uri="{FF2B5EF4-FFF2-40B4-BE49-F238E27FC236}">
                <a16:creationId xmlns:a16="http://schemas.microsoft.com/office/drawing/2014/main" id="{12A14FDA-AD1B-0C12-A76F-4A71FC43131F}"/>
              </a:ext>
            </a:extLst>
          </p:cNvPr>
          <p:cNvCxnSpPr>
            <a:cxnSpLocks/>
            <a:stCxn id="25" idx="3"/>
            <a:endCxn id="71" idx="6"/>
          </p:cNvCxnSpPr>
          <p:nvPr/>
        </p:nvCxnSpPr>
        <p:spPr>
          <a:xfrm flipH="1">
            <a:off x="7318994" y="4809437"/>
            <a:ext cx="1037245" cy="502362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Ovale 1">
            <a:extLst>
              <a:ext uri="{FF2B5EF4-FFF2-40B4-BE49-F238E27FC236}">
                <a16:creationId xmlns:a16="http://schemas.microsoft.com/office/drawing/2014/main" id="{5E5E7B0B-37B6-3083-E5D8-EAC9E2523387}"/>
              </a:ext>
            </a:extLst>
          </p:cNvPr>
          <p:cNvSpPr/>
          <p:nvPr/>
        </p:nvSpPr>
        <p:spPr>
          <a:xfrm>
            <a:off x="1715046" y="3812330"/>
            <a:ext cx="2472378" cy="1073427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noProof="0" dirty="0" err="1"/>
              <a:t>Neural</a:t>
            </a:r>
            <a:r>
              <a:rPr lang="it-IT" noProof="0" dirty="0"/>
              <a:t> Architecture </a:t>
            </a:r>
            <a:r>
              <a:rPr lang="it-IT" noProof="0" dirty="0" err="1"/>
              <a:t>Search</a:t>
            </a:r>
            <a:endParaRPr lang="it-IT" dirty="0"/>
          </a:p>
        </p:txBody>
      </p:sp>
      <p:cxnSp>
        <p:nvCxnSpPr>
          <p:cNvPr id="13" name="Connettore 2 12">
            <a:extLst>
              <a:ext uri="{FF2B5EF4-FFF2-40B4-BE49-F238E27FC236}">
                <a16:creationId xmlns:a16="http://schemas.microsoft.com/office/drawing/2014/main" id="{D118D2D9-4BD6-8DD3-92F4-DC1A929E725C}"/>
              </a:ext>
            </a:extLst>
          </p:cNvPr>
          <p:cNvCxnSpPr>
            <a:cxnSpLocks/>
            <a:stCxn id="2" idx="5"/>
            <a:endCxn id="71" idx="2"/>
          </p:cNvCxnSpPr>
          <p:nvPr/>
        </p:nvCxnSpPr>
        <p:spPr>
          <a:xfrm>
            <a:off x="3825353" y="4728557"/>
            <a:ext cx="1092348" cy="583242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1" name="Connettore 2 40">
            <a:extLst>
              <a:ext uri="{FF2B5EF4-FFF2-40B4-BE49-F238E27FC236}">
                <a16:creationId xmlns:a16="http://schemas.microsoft.com/office/drawing/2014/main" id="{E5B7B674-0232-201C-6525-CE790E5D752E}"/>
              </a:ext>
            </a:extLst>
          </p:cNvPr>
          <p:cNvCxnSpPr>
            <a:cxnSpLocks/>
            <a:stCxn id="9" idx="4"/>
            <a:endCxn id="11" idx="7"/>
          </p:cNvCxnSpPr>
          <p:nvPr/>
        </p:nvCxnSpPr>
        <p:spPr>
          <a:xfrm flipH="1">
            <a:off x="2178815" y="1503843"/>
            <a:ext cx="374010" cy="7064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ttore 2 45">
            <a:extLst>
              <a:ext uri="{FF2B5EF4-FFF2-40B4-BE49-F238E27FC236}">
                <a16:creationId xmlns:a16="http://schemas.microsoft.com/office/drawing/2014/main" id="{508BE691-490A-35C2-222B-40F609549FAF}"/>
              </a:ext>
            </a:extLst>
          </p:cNvPr>
          <p:cNvCxnSpPr>
            <a:cxnSpLocks/>
            <a:stCxn id="9" idx="4"/>
            <a:endCxn id="12" idx="1"/>
          </p:cNvCxnSpPr>
          <p:nvPr/>
        </p:nvCxnSpPr>
        <p:spPr>
          <a:xfrm>
            <a:off x="2552825" y="1503843"/>
            <a:ext cx="1145546" cy="7064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ttore 2 48">
            <a:extLst>
              <a:ext uri="{FF2B5EF4-FFF2-40B4-BE49-F238E27FC236}">
                <a16:creationId xmlns:a16="http://schemas.microsoft.com/office/drawing/2014/main" id="{91745824-5C76-1005-A483-397C05BF49F8}"/>
              </a:ext>
            </a:extLst>
          </p:cNvPr>
          <p:cNvCxnSpPr>
            <a:cxnSpLocks/>
            <a:stCxn id="10" idx="4"/>
            <a:endCxn id="24" idx="7"/>
          </p:cNvCxnSpPr>
          <p:nvPr/>
        </p:nvCxnSpPr>
        <p:spPr>
          <a:xfrm flipH="1">
            <a:off x="8427888" y="1510556"/>
            <a:ext cx="1255984" cy="6939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ttore 2 51">
            <a:extLst>
              <a:ext uri="{FF2B5EF4-FFF2-40B4-BE49-F238E27FC236}">
                <a16:creationId xmlns:a16="http://schemas.microsoft.com/office/drawing/2014/main" id="{C3A16784-82A4-61B6-9CBA-E38F5C568977}"/>
              </a:ext>
            </a:extLst>
          </p:cNvPr>
          <p:cNvCxnSpPr>
            <a:cxnSpLocks/>
            <a:stCxn id="10" idx="4"/>
            <a:endCxn id="60" idx="1"/>
          </p:cNvCxnSpPr>
          <p:nvPr/>
        </p:nvCxnSpPr>
        <p:spPr>
          <a:xfrm>
            <a:off x="9683872" y="1510556"/>
            <a:ext cx="268638" cy="6939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ttore 2 54">
            <a:extLst>
              <a:ext uri="{FF2B5EF4-FFF2-40B4-BE49-F238E27FC236}">
                <a16:creationId xmlns:a16="http://schemas.microsoft.com/office/drawing/2014/main" id="{1B63E68A-13E0-0F1F-C347-A9C31FB5E276}"/>
              </a:ext>
            </a:extLst>
          </p:cNvPr>
          <p:cNvCxnSpPr>
            <a:cxnSpLocks/>
            <a:stCxn id="9" idx="4"/>
            <a:endCxn id="2" idx="0"/>
          </p:cNvCxnSpPr>
          <p:nvPr/>
        </p:nvCxnSpPr>
        <p:spPr>
          <a:xfrm>
            <a:off x="2552825" y="1503843"/>
            <a:ext cx="398410" cy="23084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ttore 2 57">
            <a:extLst>
              <a:ext uri="{FF2B5EF4-FFF2-40B4-BE49-F238E27FC236}">
                <a16:creationId xmlns:a16="http://schemas.microsoft.com/office/drawing/2014/main" id="{ACB19938-6B9D-6CC3-AD1D-F08E286CF301}"/>
              </a:ext>
            </a:extLst>
          </p:cNvPr>
          <p:cNvCxnSpPr>
            <a:cxnSpLocks/>
            <a:stCxn id="10" idx="4"/>
            <a:endCxn id="25" idx="0"/>
          </p:cNvCxnSpPr>
          <p:nvPr/>
        </p:nvCxnSpPr>
        <p:spPr>
          <a:xfrm flipH="1">
            <a:off x="9205225" y="1510556"/>
            <a:ext cx="478647" cy="23826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ttore 2 63">
            <a:extLst>
              <a:ext uri="{FF2B5EF4-FFF2-40B4-BE49-F238E27FC236}">
                <a16:creationId xmlns:a16="http://schemas.microsoft.com/office/drawing/2014/main" id="{FEC56FE4-E1CF-EF27-8DF6-FD32216D4821}"/>
              </a:ext>
            </a:extLst>
          </p:cNvPr>
          <p:cNvCxnSpPr>
            <a:cxnSpLocks/>
            <a:stCxn id="24" idx="4"/>
            <a:endCxn id="71" idx="7"/>
          </p:cNvCxnSpPr>
          <p:nvPr/>
        </p:nvCxnSpPr>
        <p:spPr>
          <a:xfrm flipH="1">
            <a:off x="6967333" y="3120697"/>
            <a:ext cx="611570" cy="1811588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289540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24</Words>
  <Application>Microsoft Office PowerPoint</Application>
  <PresentationFormat>Widescreen</PresentationFormat>
  <Paragraphs>10</Paragraphs>
  <Slides>1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Tema di Office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GIACOMO LOMBARDO</dc:creator>
  <cp:lastModifiedBy>GIACOMO LOMBARDO</cp:lastModifiedBy>
  <cp:revision>7</cp:revision>
  <dcterms:created xsi:type="dcterms:W3CDTF">2026-03-18T13:54:58Z</dcterms:created>
  <dcterms:modified xsi:type="dcterms:W3CDTF">2026-04-01T16:08:11Z</dcterms:modified>
</cp:coreProperties>
</file>