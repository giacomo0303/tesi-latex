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66" d="100"/>
          <a:sy n="66" d="100"/>
        </p:scale>
        <p:origin x="1238" y="7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F314C8-1415-04B4-06E5-D7DB4A7FB5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469B02E-0874-A0AA-9070-C69FC1D83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3B328E-0219-34A5-6A76-02E3A70BB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53F459-4384-F3C3-D595-B1CD3C512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8E42CB-0B83-8D01-F703-30C484030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946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E6E942-8063-20DF-1486-AEBAA543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3F0E11-C923-8900-0E7E-2CFF85AA2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F56A3D7-843B-7ED0-976D-CCFA359F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BFA986-519E-CB92-7913-75040F5E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9A57F1-8A43-1A97-7160-E3653B1B4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8854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3EC128-60C2-C49C-ECD5-960535864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AF1E58-296A-0CAF-A1D8-960831255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64DB7D-6265-C57E-0B80-80181D0A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0143A-CA38-BA2B-25B3-31B8C10E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C5B2BC-77DB-10B4-ECCE-6DB46C17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73520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7BD226-9BE9-1C3F-C420-8D6CCA670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7BD722-7AEC-2185-A185-B6DDC564CB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0E0008C-047E-EDE2-D73B-D7DDD5C16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2E9064-E0D0-CF32-269A-247E154E8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32D7C30-E498-43FD-C2D0-CD6436853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11E3B79-4E96-9FB6-EC66-4AC891844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0989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51A1FA-0B2A-0F71-78D8-D88065F5C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C17C7D9-78BC-533C-4BED-620C407E0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D908DD1-24D6-4D52-4FE5-4E796546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49BBDD-0B41-B5A7-30FE-DFC27F04E8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610318-ACC2-54B9-819C-8CCACE18FD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85B17232-2D5C-5A69-0270-85011019C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92E35186-8022-07E4-8180-B0D4E3F8E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F1521C4-BF37-1372-DEB2-B8268394B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6356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326631-E564-3AB8-66BC-992E512E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2BFBAB8-165D-C769-4F9A-A3FF32D2B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0135A36-5ECB-CF27-BBDC-BAED25AE3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0C7B271-75E4-169E-DB12-BA95E1EB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4071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02135FD-DEC3-A730-557A-94F099A5B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5EEBE51-2A89-4DB2-BBFB-130209A0B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A41E1E-8859-F231-56AE-FA8028A04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6090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056DB1-590A-F6CE-F969-031F542D7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9A142D-5C7E-5755-D84A-FAB8FFE04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7CA3DAC-0E30-8A64-1C32-42CD5BAD0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1AFD55-2C94-2491-3766-BA651E517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1AAD97A-3C62-3ED1-535E-F277701B4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3185066-7ED2-C656-7A4D-486E4A13E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58376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52A20A-2E4D-56F7-5FA0-CD3965B79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E05D7F-0A35-4034-1145-A7B90E164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52FDA08-CA94-CC45-1A80-496D8C90C9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A336F7B-E823-7BB2-36C8-1C5909A38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0E5C456-DEF9-0968-19E9-4B75208C8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5BF62D6-E0F0-FFBA-0BD3-7A6F2B7CE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524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D03885-5F39-03C3-73F4-EA887C805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9DB00E8-274A-F344-77CA-004625217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5D26E6-F284-7D79-9B44-17F2D48FE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E6E499F-E6C8-18E1-09E1-CA114681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357347-E45A-9E81-E487-0E6F7514F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2420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A430204-E413-6CE9-FFB3-5A8A020880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04821B1-F0FB-D6F9-140D-171344F5C3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A03051-4D8A-9FED-A4D6-074DB9EB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A21AE51-02E7-B453-5A18-9B81958E0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9D7ECF5-9384-74AF-7F02-FD18A57A7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98857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B2B39AB-D21F-406C-A0DF-DCBCE0C6B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454AB3A-915C-1FE4-B754-47D0F856D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34019B-CA03-85A3-9F19-CF4CC4ACF3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23683-9919-4DCC-881B-197980B1E2E2}" type="datetimeFigureOut">
              <a:rPr lang="it-IT" smtClean="0"/>
              <a:t>31/03/2026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199FDF-CFAB-653D-44D3-439BD58610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579526A-20E6-332D-CDA8-5E0CC58BAD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305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752107B-A265-8347-0D01-79DCA4BCA406}"/>
              </a:ext>
            </a:extLst>
          </p:cNvPr>
          <p:cNvSpPr/>
          <p:nvPr/>
        </p:nvSpPr>
        <p:spPr>
          <a:xfrm>
            <a:off x="4691084" y="2560323"/>
            <a:ext cx="1149292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Processo di ricerca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AD99DA7-D21D-E79E-2433-C09F87171D88}"/>
              </a:ext>
            </a:extLst>
          </p:cNvPr>
          <p:cNvSpPr/>
          <p:nvPr/>
        </p:nvSpPr>
        <p:spPr>
          <a:xfrm>
            <a:off x="6327728" y="2560323"/>
            <a:ext cx="1636644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Compressione del modello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CBEC98E-A06B-DADC-F2EB-D515DDC050F3}"/>
              </a:ext>
            </a:extLst>
          </p:cNvPr>
          <p:cNvSpPr/>
          <p:nvPr/>
        </p:nvSpPr>
        <p:spPr>
          <a:xfrm>
            <a:off x="8447664" y="2564297"/>
            <a:ext cx="986041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Fine Tuning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EFDDB75A-6B14-60BD-0540-1A98FD0FD07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840376" y="3073182"/>
            <a:ext cx="4873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71CD83CB-C443-0419-F1D7-C9160C37E33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964372" y="3073182"/>
            <a:ext cx="483292" cy="3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e 14">
            <a:extLst>
              <a:ext uri="{FF2B5EF4-FFF2-40B4-BE49-F238E27FC236}">
                <a16:creationId xmlns:a16="http://schemas.microsoft.com/office/drawing/2014/main" id="{8861BC73-2BFC-1DB7-8C07-BEA82B086A5D}"/>
              </a:ext>
            </a:extLst>
          </p:cNvPr>
          <p:cNvSpPr/>
          <p:nvPr/>
        </p:nvSpPr>
        <p:spPr>
          <a:xfrm>
            <a:off x="166644" y="2619956"/>
            <a:ext cx="1870545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ViT</a:t>
            </a:r>
            <a:r>
              <a:rPr lang="it-IT" dirty="0"/>
              <a:t> Originale</a:t>
            </a:r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8B7BF738-AE8D-5130-66BD-E1FFCD058FD4}"/>
              </a:ext>
            </a:extLst>
          </p:cNvPr>
          <p:cNvSpPr/>
          <p:nvPr/>
        </p:nvSpPr>
        <p:spPr>
          <a:xfrm>
            <a:off x="10093853" y="2619956"/>
            <a:ext cx="1931503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ViT</a:t>
            </a:r>
            <a:r>
              <a:rPr lang="it-IT" dirty="0"/>
              <a:t> Compresso</a:t>
            </a:r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C593E8F3-E615-B30B-C208-8D19A404928C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>
            <a:off x="9433705" y="3077156"/>
            <a:ext cx="6601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A681C8EB-6301-C158-7569-40DC63B26D40}"/>
              </a:ext>
            </a:extLst>
          </p:cNvPr>
          <p:cNvCxnSpPr/>
          <p:nvPr/>
        </p:nvCxnSpPr>
        <p:spPr>
          <a:xfrm flipV="1">
            <a:off x="9759972" y="1685677"/>
            <a:ext cx="0" cy="13914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ttore diritto 33">
            <a:extLst>
              <a:ext uri="{FF2B5EF4-FFF2-40B4-BE49-F238E27FC236}">
                <a16:creationId xmlns:a16="http://schemas.microsoft.com/office/drawing/2014/main" id="{F8928610-5100-06D1-746F-5EFA82620540}"/>
              </a:ext>
            </a:extLst>
          </p:cNvPr>
          <p:cNvCxnSpPr>
            <a:cxnSpLocks/>
          </p:cNvCxnSpPr>
          <p:nvPr/>
        </p:nvCxnSpPr>
        <p:spPr>
          <a:xfrm flipV="1">
            <a:off x="2392062" y="1685677"/>
            <a:ext cx="0" cy="13914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CF33BA44-908F-2EBA-A1B9-FDC132FAA5B5}"/>
              </a:ext>
            </a:extLst>
          </p:cNvPr>
          <p:cNvCxnSpPr>
            <a:cxnSpLocks/>
          </p:cNvCxnSpPr>
          <p:nvPr/>
        </p:nvCxnSpPr>
        <p:spPr>
          <a:xfrm flipH="1">
            <a:off x="2392062" y="1685677"/>
            <a:ext cx="736791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Rettangolo 65">
            <a:extLst>
              <a:ext uri="{FF2B5EF4-FFF2-40B4-BE49-F238E27FC236}">
                <a16:creationId xmlns:a16="http://schemas.microsoft.com/office/drawing/2014/main" id="{39FAE463-E1B1-9031-3F82-1CE326C2FF49}"/>
              </a:ext>
            </a:extLst>
          </p:cNvPr>
          <p:cNvSpPr/>
          <p:nvPr/>
        </p:nvSpPr>
        <p:spPr>
          <a:xfrm>
            <a:off x="2772784" y="2564297"/>
            <a:ext cx="1435008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Campiona </a:t>
            </a:r>
            <a:r>
              <a:rPr lang="it-IT" dirty="0" err="1"/>
              <a:t>Search</a:t>
            </a:r>
            <a:r>
              <a:rPr lang="it-IT" dirty="0"/>
              <a:t> Set</a:t>
            </a:r>
          </a:p>
        </p:txBody>
      </p:sp>
      <p:cxnSp>
        <p:nvCxnSpPr>
          <p:cNvPr id="68" name="Connettore 2 67">
            <a:extLst>
              <a:ext uri="{FF2B5EF4-FFF2-40B4-BE49-F238E27FC236}">
                <a16:creationId xmlns:a16="http://schemas.microsoft.com/office/drawing/2014/main" id="{A9BA2DF5-A564-4659-DF15-A08CC525E697}"/>
              </a:ext>
            </a:extLst>
          </p:cNvPr>
          <p:cNvCxnSpPr>
            <a:stCxn id="15" idx="6"/>
            <a:endCxn id="66" idx="1"/>
          </p:cNvCxnSpPr>
          <p:nvPr/>
        </p:nvCxnSpPr>
        <p:spPr>
          <a:xfrm>
            <a:off x="2037189" y="3077156"/>
            <a:ext cx="7355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ttore 2 69">
            <a:extLst>
              <a:ext uri="{FF2B5EF4-FFF2-40B4-BE49-F238E27FC236}">
                <a16:creationId xmlns:a16="http://schemas.microsoft.com/office/drawing/2014/main" id="{34212103-35B1-9206-6C34-B01D5A9B3D9A}"/>
              </a:ext>
            </a:extLst>
          </p:cNvPr>
          <p:cNvCxnSpPr>
            <a:stCxn id="66" idx="3"/>
            <a:endCxn id="5" idx="1"/>
          </p:cNvCxnSpPr>
          <p:nvPr/>
        </p:nvCxnSpPr>
        <p:spPr>
          <a:xfrm flipV="1">
            <a:off x="4207792" y="3073182"/>
            <a:ext cx="483292" cy="3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569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4F403-4C15-0A4C-AB92-8816E058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E169D1C3-54E9-9B1A-4932-29EF26504BC1}"/>
              </a:ext>
            </a:extLst>
          </p:cNvPr>
          <p:cNvSpPr/>
          <p:nvPr/>
        </p:nvSpPr>
        <p:spPr>
          <a:xfrm>
            <a:off x="2364261" y="375903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3F6B165A-7118-4213-6DEA-97DDDACF1B0A}"/>
              </a:ext>
            </a:extLst>
          </p:cNvPr>
          <p:cNvSpPr/>
          <p:nvPr/>
        </p:nvSpPr>
        <p:spPr>
          <a:xfrm>
            <a:off x="2487843" y="492981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D96B4DBE-6AF8-817D-9E3D-C89822DD5535}"/>
              </a:ext>
            </a:extLst>
          </p:cNvPr>
          <p:cNvSpPr/>
          <p:nvPr/>
        </p:nvSpPr>
        <p:spPr>
          <a:xfrm>
            <a:off x="2611425" y="610058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976F967-F475-E195-7DB9-591A6315B584}"/>
              </a:ext>
            </a:extLst>
          </p:cNvPr>
          <p:cNvSpPr/>
          <p:nvPr/>
        </p:nvSpPr>
        <p:spPr>
          <a:xfrm>
            <a:off x="2735007" y="727136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Dati di Training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ECE5578-B8DF-ABD3-1237-E37E19D03EE3}"/>
              </a:ext>
            </a:extLst>
          </p:cNvPr>
          <p:cNvSpPr/>
          <p:nvPr/>
        </p:nvSpPr>
        <p:spPr>
          <a:xfrm>
            <a:off x="8179436" y="375903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5E0B0A18-2EAF-3FD5-D8AC-3FF286B15065}"/>
              </a:ext>
            </a:extLst>
          </p:cNvPr>
          <p:cNvSpPr/>
          <p:nvPr/>
        </p:nvSpPr>
        <p:spPr>
          <a:xfrm>
            <a:off x="8303018" y="492981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DCB346A2-14D5-7E6A-55DD-9749D922C46E}"/>
              </a:ext>
            </a:extLst>
          </p:cNvPr>
          <p:cNvSpPr/>
          <p:nvPr/>
        </p:nvSpPr>
        <p:spPr>
          <a:xfrm>
            <a:off x="8426600" y="610058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9DA206AC-6B83-F285-9775-C80B5CDAFE76}"/>
              </a:ext>
            </a:extLst>
          </p:cNvPr>
          <p:cNvSpPr/>
          <p:nvPr/>
        </p:nvSpPr>
        <p:spPr>
          <a:xfrm>
            <a:off x="8550182" y="727136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Dati di Test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3E8CBB5B-A8CF-A0F8-C70D-58F43FB5CB63}"/>
              </a:ext>
            </a:extLst>
          </p:cNvPr>
          <p:cNvCxnSpPr/>
          <p:nvPr/>
        </p:nvCxnSpPr>
        <p:spPr>
          <a:xfrm flipH="1">
            <a:off x="2557693" y="1894857"/>
            <a:ext cx="573850" cy="12522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A38B603-6F62-045E-9841-6E9F55FF48F8}"/>
              </a:ext>
            </a:extLst>
          </p:cNvPr>
          <p:cNvCxnSpPr>
            <a:cxnSpLocks/>
          </p:cNvCxnSpPr>
          <p:nvPr/>
        </p:nvCxnSpPr>
        <p:spPr>
          <a:xfrm rot="8100000" flipH="1">
            <a:off x="3989869" y="1860073"/>
            <a:ext cx="543647" cy="1321790"/>
          </a:xfrm>
          <a:prstGeom prst="straightConnector1">
            <a:avLst/>
          </a:prstGeom>
          <a:ln w="3810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22">
            <a:extLst>
              <a:ext uri="{FF2B5EF4-FFF2-40B4-BE49-F238E27FC236}">
                <a16:creationId xmlns:a16="http://schemas.microsoft.com/office/drawing/2014/main" id="{42F3579A-1DDC-E543-CAFE-68BB52586D22}"/>
              </a:ext>
            </a:extLst>
          </p:cNvPr>
          <p:cNvSpPr/>
          <p:nvPr/>
        </p:nvSpPr>
        <p:spPr>
          <a:xfrm>
            <a:off x="1013456" y="3358838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6AFC751B-F633-F51D-7984-D45782BE8CD8}"/>
              </a:ext>
            </a:extLst>
          </p:cNvPr>
          <p:cNvSpPr/>
          <p:nvPr/>
        </p:nvSpPr>
        <p:spPr>
          <a:xfrm>
            <a:off x="1137038" y="3475916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69A9EE2C-E7F1-6B24-30B5-2F05FD9C9A88}"/>
              </a:ext>
            </a:extLst>
          </p:cNvPr>
          <p:cNvSpPr/>
          <p:nvPr/>
        </p:nvSpPr>
        <p:spPr>
          <a:xfrm>
            <a:off x="1260620" y="3592993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313ECB75-8FC6-7883-E7A9-21D6FDB90BE3}"/>
              </a:ext>
            </a:extLst>
          </p:cNvPr>
          <p:cNvSpPr/>
          <p:nvPr/>
        </p:nvSpPr>
        <p:spPr>
          <a:xfrm>
            <a:off x="1384202" y="3710071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Train Set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C7358A46-5D3A-3169-78D6-D30A3B9D48DA}"/>
              </a:ext>
            </a:extLst>
          </p:cNvPr>
          <p:cNvSpPr/>
          <p:nvPr/>
        </p:nvSpPr>
        <p:spPr>
          <a:xfrm>
            <a:off x="4044976" y="3358838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8035CCD-4705-6A78-7E09-21309CFB3A26}"/>
              </a:ext>
            </a:extLst>
          </p:cNvPr>
          <p:cNvSpPr/>
          <p:nvPr/>
        </p:nvSpPr>
        <p:spPr>
          <a:xfrm>
            <a:off x="4168558" y="3475916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FF7B0A8-C239-46CB-B87A-D7BECBF8FBBC}"/>
              </a:ext>
            </a:extLst>
          </p:cNvPr>
          <p:cNvSpPr/>
          <p:nvPr/>
        </p:nvSpPr>
        <p:spPr>
          <a:xfrm>
            <a:off x="4292140" y="3592993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C48FA8D1-6512-65AF-3B3A-37D326C9EEF2}"/>
              </a:ext>
            </a:extLst>
          </p:cNvPr>
          <p:cNvSpPr/>
          <p:nvPr/>
        </p:nvSpPr>
        <p:spPr>
          <a:xfrm>
            <a:off x="4415722" y="3710071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Validation</a:t>
            </a:r>
            <a:r>
              <a:rPr lang="it-IT" dirty="0"/>
              <a:t> Set</a:t>
            </a:r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FBBC934B-ACE7-DD5D-F444-6D0551B9C0A1}"/>
              </a:ext>
            </a:extLst>
          </p:cNvPr>
          <p:cNvCxnSpPr>
            <a:cxnSpLocks/>
          </p:cNvCxnSpPr>
          <p:nvPr/>
        </p:nvCxnSpPr>
        <p:spPr>
          <a:xfrm flipV="1">
            <a:off x="9530240" y="1861436"/>
            <a:ext cx="0" cy="1319064"/>
          </a:xfrm>
          <a:prstGeom prst="straightConnector1">
            <a:avLst/>
          </a:prstGeom>
          <a:ln w="3810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Rettangolo 40">
            <a:extLst>
              <a:ext uri="{FF2B5EF4-FFF2-40B4-BE49-F238E27FC236}">
                <a16:creationId xmlns:a16="http://schemas.microsoft.com/office/drawing/2014/main" id="{E0F87A58-3B64-C5A5-EDBC-4C321E6EE40D}"/>
              </a:ext>
            </a:extLst>
          </p:cNvPr>
          <p:cNvSpPr/>
          <p:nvPr/>
        </p:nvSpPr>
        <p:spPr>
          <a:xfrm>
            <a:off x="8179436" y="3358838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Rettangolo 41">
            <a:extLst>
              <a:ext uri="{FF2B5EF4-FFF2-40B4-BE49-F238E27FC236}">
                <a16:creationId xmlns:a16="http://schemas.microsoft.com/office/drawing/2014/main" id="{4387D547-9AF5-567C-69EB-DB8642472D79}"/>
              </a:ext>
            </a:extLst>
          </p:cNvPr>
          <p:cNvSpPr/>
          <p:nvPr/>
        </p:nvSpPr>
        <p:spPr>
          <a:xfrm>
            <a:off x="8303018" y="3475916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87A6DA19-0B2A-8A22-B75F-BFB82842CB3C}"/>
              </a:ext>
            </a:extLst>
          </p:cNvPr>
          <p:cNvSpPr/>
          <p:nvPr/>
        </p:nvSpPr>
        <p:spPr>
          <a:xfrm>
            <a:off x="8426600" y="3592993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4" name="Rettangolo 43">
            <a:extLst>
              <a:ext uri="{FF2B5EF4-FFF2-40B4-BE49-F238E27FC236}">
                <a16:creationId xmlns:a16="http://schemas.microsoft.com/office/drawing/2014/main" id="{689ED61B-FC6C-9DE6-F729-EF04D7B63908}"/>
              </a:ext>
            </a:extLst>
          </p:cNvPr>
          <p:cNvSpPr/>
          <p:nvPr/>
        </p:nvSpPr>
        <p:spPr>
          <a:xfrm>
            <a:off x="8550182" y="3710071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Test Set</a:t>
            </a:r>
          </a:p>
        </p:txBody>
      </p:sp>
      <p:sp>
        <p:nvSpPr>
          <p:cNvPr id="45" name="Rettangolo 44">
            <a:extLst>
              <a:ext uri="{FF2B5EF4-FFF2-40B4-BE49-F238E27FC236}">
                <a16:creationId xmlns:a16="http://schemas.microsoft.com/office/drawing/2014/main" id="{F794007E-7EE4-3050-109F-02D68BE450B9}"/>
              </a:ext>
            </a:extLst>
          </p:cNvPr>
          <p:cNvSpPr/>
          <p:nvPr/>
        </p:nvSpPr>
        <p:spPr>
          <a:xfrm>
            <a:off x="1013456" y="5371707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6" name="Rettangolo 45">
            <a:extLst>
              <a:ext uri="{FF2B5EF4-FFF2-40B4-BE49-F238E27FC236}">
                <a16:creationId xmlns:a16="http://schemas.microsoft.com/office/drawing/2014/main" id="{0A3BBB43-8A42-7685-9DC9-946516A440DC}"/>
              </a:ext>
            </a:extLst>
          </p:cNvPr>
          <p:cNvSpPr/>
          <p:nvPr/>
        </p:nvSpPr>
        <p:spPr>
          <a:xfrm>
            <a:off x="1137038" y="5488785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5CF801F5-A898-8991-71FE-4C06BCE23F2D}"/>
              </a:ext>
            </a:extLst>
          </p:cNvPr>
          <p:cNvSpPr/>
          <p:nvPr/>
        </p:nvSpPr>
        <p:spPr>
          <a:xfrm>
            <a:off x="1260620" y="5605862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942BC059-13C6-DBBF-1E87-0993CFF5DE17}"/>
              </a:ext>
            </a:extLst>
          </p:cNvPr>
          <p:cNvSpPr/>
          <p:nvPr/>
        </p:nvSpPr>
        <p:spPr>
          <a:xfrm>
            <a:off x="1384202" y="5722940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Search</a:t>
            </a:r>
            <a:r>
              <a:rPr lang="it-IT" dirty="0"/>
              <a:t> Set</a:t>
            </a: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F8A369DE-3C61-E8CA-C734-4F4377F22E29}"/>
              </a:ext>
            </a:extLst>
          </p:cNvPr>
          <p:cNvSpPr txBox="1"/>
          <p:nvPr/>
        </p:nvSpPr>
        <p:spPr>
          <a:xfrm>
            <a:off x="4292140" y="2182414"/>
            <a:ext cx="25884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Preprocessing</a:t>
            </a:r>
            <a:endParaRPr lang="it-IT" sz="1600" b="1" dirty="0"/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250AB4C9-A508-2831-BCAD-66C2F91591B4}"/>
              </a:ext>
            </a:extLst>
          </p:cNvPr>
          <p:cNvSpPr txBox="1"/>
          <p:nvPr/>
        </p:nvSpPr>
        <p:spPr>
          <a:xfrm>
            <a:off x="1263451" y="1936192"/>
            <a:ext cx="25884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Preprocessing</a:t>
            </a:r>
            <a:r>
              <a:rPr lang="it-IT" sz="1600" b="1" dirty="0"/>
              <a:t> </a:t>
            </a:r>
          </a:p>
          <a:p>
            <a:r>
              <a:rPr lang="it-IT" sz="1600" b="1" dirty="0"/>
              <a:t>              + </a:t>
            </a:r>
          </a:p>
          <a:p>
            <a:r>
              <a:rPr lang="it-IT" sz="1600" b="1" dirty="0" err="1"/>
              <a:t>augmentation</a:t>
            </a:r>
            <a:endParaRPr lang="it-IT" sz="1600" b="1" dirty="0"/>
          </a:p>
        </p:txBody>
      </p:sp>
      <p:sp>
        <p:nvSpPr>
          <p:cNvPr id="56" name="CasellaDiTesto 55">
            <a:extLst>
              <a:ext uri="{FF2B5EF4-FFF2-40B4-BE49-F238E27FC236}">
                <a16:creationId xmlns:a16="http://schemas.microsoft.com/office/drawing/2014/main" id="{366F3429-5804-8D7C-F597-95B5653242EF}"/>
              </a:ext>
            </a:extLst>
          </p:cNvPr>
          <p:cNvSpPr txBox="1"/>
          <p:nvPr/>
        </p:nvSpPr>
        <p:spPr>
          <a:xfrm>
            <a:off x="7921815" y="2182414"/>
            <a:ext cx="25884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Preprocessing</a:t>
            </a:r>
            <a:endParaRPr lang="it-IT" sz="1600" b="1" dirty="0"/>
          </a:p>
        </p:txBody>
      </p:sp>
      <p:sp>
        <p:nvSpPr>
          <p:cNvPr id="78" name="Freccia circolare in su 77">
            <a:extLst>
              <a:ext uri="{FF2B5EF4-FFF2-40B4-BE49-F238E27FC236}">
                <a16:creationId xmlns:a16="http://schemas.microsoft.com/office/drawing/2014/main" id="{1BC6B3A1-BF51-63CC-0589-148D29E8844A}"/>
              </a:ext>
            </a:extLst>
          </p:cNvPr>
          <p:cNvSpPr/>
          <p:nvPr/>
        </p:nvSpPr>
        <p:spPr>
          <a:xfrm>
            <a:off x="2010133" y="5038783"/>
            <a:ext cx="477710" cy="218655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0" name="Freccia circolare in su 79">
            <a:extLst>
              <a:ext uri="{FF2B5EF4-FFF2-40B4-BE49-F238E27FC236}">
                <a16:creationId xmlns:a16="http://schemas.microsoft.com/office/drawing/2014/main" id="{6B78A245-547A-23D7-2159-431F05A47D53}"/>
              </a:ext>
            </a:extLst>
          </p:cNvPr>
          <p:cNvSpPr/>
          <p:nvPr/>
        </p:nvSpPr>
        <p:spPr>
          <a:xfrm flipH="1" flipV="1">
            <a:off x="2002759" y="4777249"/>
            <a:ext cx="477710" cy="218654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9" name="CasellaDiTesto 88">
            <a:extLst>
              <a:ext uri="{FF2B5EF4-FFF2-40B4-BE49-F238E27FC236}">
                <a16:creationId xmlns:a16="http://schemas.microsoft.com/office/drawing/2014/main" id="{DCA90EBE-1395-C982-D9CE-D2333F5CCE59}"/>
              </a:ext>
            </a:extLst>
          </p:cNvPr>
          <p:cNvSpPr txBox="1"/>
          <p:nvPr/>
        </p:nvSpPr>
        <p:spPr>
          <a:xfrm>
            <a:off x="2587255" y="4874740"/>
            <a:ext cx="25884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Campionamento</a:t>
            </a:r>
          </a:p>
        </p:txBody>
      </p:sp>
    </p:spTree>
    <p:extLst>
      <p:ext uri="{BB962C8B-B14F-4D97-AF65-F5344CB8AC3E}">
        <p14:creationId xmlns:p14="http://schemas.microsoft.com/office/powerpoint/2010/main" val="16173686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36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GIACOMO LOMBARDO</dc:creator>
  <cp:lastModifiedBy>GIACOMO LOMBARDO</cp:lastModifiedBy>
  <cp:revision>7</cp:revision>
  <dcterms:created xsi:type="dcterms:W3CDTF">2026-03-31T16:48:43Z</dcterms:created>
  <dcterms:modified xsi:type="dcterms:W3CDTF">2026-03-31T20:23:23Z</dcterms:modified>
</cp:coreProperties>
</file>