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8" r:id="rId4"/>
    <p:sldId id="257" r:id="rId5"/>
  </p:sldIdLst>
  <p:sldSz cx="12192000" cy="6858000"/>
  <p:notesSz cx="7104063" cy="102346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883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D3E21C-7203-4030-93A9-821B589C9211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82E20B-902C-4711-88DF-099A1F20917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621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82E20B-902C-4711-88DF-099A1F209174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2729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F314C8-1415-04B4-06E5-D7DB4A7FB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469B02E-0874-A0AA-9070-C69FC1D83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63B328E-0219-34A5-6A76-02E3A70BB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23683-9919-4DCC-881B-197980B1E2E2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253F459-4384-F3C3-D595-B1CD3C512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8E42CB-0B83-8D01-F703-30C484030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A75F-F6EE-453E-B587-6FE738806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946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8E6E942-8063-20DF-1486-AEBAA543C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3F0E11-C923-8900-0E7E-2CFF85AA2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F56A3D7-843B-7ED0-976D-CCFA359FD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23683-9919-4DCC-881B-197980B1E2E2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BFA986-519E-CB92-7913-75040F5E7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9A57F1-8A43-1A97-7160-E3653B1B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A75F-F6EE-453E-B587-6FE738806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8854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3EC128-60C2-C49C-ECD5-960535864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FAF1E58-296A-0CAF-A1D8-960831255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64DB7D-6265-C57E-0B80-80181D0A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23683-9919-4DCC-881B-197980B1E2E2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10143A-CA38-BA2B-25B3-31B8C10EC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C5B2BC-77DB-10B4-ECCE-6DB46C173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A75F-F6EE-453E-B587-6FE738806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3520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7BD226-9BE9-1C3F-C420-8D6CCA67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7BD722-7AEC-2185-A185-B6DDC564CB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0E0008C-047E-EDE2-D73B-D7DDD5C16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2E9064-E0D0-CF32-269A-247E154E8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23683-9919-4DCC-881B-197980B1E2E2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32D7C30-E498-43FD-C2D0-CD6436853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11E3B79-4E96-9FB6-EC66-4AC891844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A75F-F6EE-453E-B587-6FE738806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0989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51A1FA-0B2A-0F71-78D8-D88065F5C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C17C7D9-78BC-533C-4BED-620C407E0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D908DD1-24D6-4D52-4FE5-4E7965463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C49BBDD-0B41-B5A7-30FE-DFC27F04E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3610318-ACC2-54B9-819C-8CCACE18FD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5B17232-2D5C-5A69-0270-85011019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23683-9919-4DCC-881B-197980B1E2E2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2E35186-8022-07E4-8180-B0D4E3F8E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F1521C4-BF37-1372-DEB2-B8268394B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A75F-F6EE-453E-B587-6FE738806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6356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326631-E564-3AB8-66BC-992E512ED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2BFBAB8-165D-C769-4F9A-A3FF32D2B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23683-9919-4DCC-881B-197980B1E2E2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0135A36-5ECB-CF27-BBDC-BAED25AE3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0C7B271-75E4-169E-DB12-BA95E1EB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A75F-F6EE-453E-B587-6FE738806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407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02135FD-DEC3-A730-557A-94F099A5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23683-9919-4DCC-881B-197980B1E2E2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5EEBE51-2A89-4DB2-BBFB-130209A0B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4A41E1E-8859-F231-56AE-FA8028A04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A75F-F6EE-453E-B587-6FE738806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6090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056DB1-590A-F6CE-F969-031F542D7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9A142D-5C7E-5755-D84A-FAB8FFE04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7CA3DAC-0E30-8A64-1C32-42CD5BAD0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81AFD55-2C94-2491-3766-BA651E51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23683-9919-4DCC-881B-197980B1E2E2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1AAD97A-3C62-3ED1-535E-F277701B4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3185066-7ED2-C656-7A4D-486E4A13E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A75F-F6EE-453E-B587-6FE738806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8376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52A20A-2E4D-56F7-5FA0-CD3965B79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7E05D7F-0A35-4034-1145-A7B90E164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52FDA08-CA94-CC45-1A80-496D8C90C9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A336F7B-E823-7BB2-36C8-1C5909A38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23683-9919-4DCC-881B-197980B1E2E2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0E5C456-DEF9-0968-19E9-4B75208C8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5BF62D6-E0F0-FFBA-0BD3-7A6F2B7C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A75F-F6EE-453E-B587-6FE738806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5245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D03885-5F39-03C3-73F4-EA887C805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9DB00E8-274A-F344-77CA-004625217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5D26E6-F284-7D79-9B44-17F2D48FE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23683-9919-4DCC-881B-197980B1E2E2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E6E499F-E6C8-18E1-09E1-CA114681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A357347-E45A-9E81-E487-0E6F7514F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A75F-F6EE-453E-B587-6FE738806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242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A430204-E413-6CE9-FFB3-5A8A02088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04821B1-F0FB-D6F9-140D-171344F5C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A03051-4D8A-9FED-A4D6-074DB9EB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23683-9919-4DCC-881B-197980B1E2E2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A21AE51-02E7-B453-5A18-9B81958E0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D7ECF5-9384-74AF-7F02-FD18A57A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A75F-F6EE-453E-B587-6FE738806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885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B2B39AB-D21F-406C-A0DF-DCBCE0C6B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454AB3A-915C-1FE4-B754-47D0F856D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34019B-CA03-85A3-9F19-CF4CC4ACF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23683-9919-4DCC-881B-197980B1E2E2}" type="datetimeFigureOut">
              <a:rPr lang="it-IT" smtClean="0"/>
              <a:t>16/06/2026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199FDF-CFAB-653D-44D3-439BD5861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579526A-20E6-332D-CDA8-5E0CC58BA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6DA75F-F6EE-453E-B587-6FE7388060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305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7752107B-A265-8347-0D01-79DCA4BCA406}"/>
              </a:ext>
            </a:extLst>
          </p:cNvPr>
          <p:cNvSpPr/>
          <p:nvPr/>
        </p:nvSpPr>
        <p:spPr>
          <a:xfrm>
            <a:off x="4691084" y="2560323"/>
            <a:ext cx="1149292" cy="10257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Processo di ricerca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AAD99DA7-D21D-E79E-2433-C09F87171D88}"/>
              </a:ext>
            </a:extLst>
          </p:cNvPr>
          <p:cNvSpPr/>
          <p:nvPr/>
        </p:nvSpPr>
        <p:spPr>
          <a:xfrm>
            <a:off x="6327728" y="2560323"/>
            <a:ext cx="1636644" cy="10257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Compressione del modello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CBEC98E-A06B-DADC-F2EB-D515DDC050F3}"/>
              </a:ext>
            </a:extLst>
          </p:cNvPr>
          <p:cNvSpPr/>
          <p:nvPr/>
        </p:nvSpPr>
        <p:spPr>
          <a:xfrm>
            <a:off x="8447664" y="2564297"/>
            <a:ext cx="986041" cy="10257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Fine Tuning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EFDDB75A-6B14-60BD-0540-1A98FD0FD07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840376" y="3073182"/>
            <a:ext cx="4873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71CD83CB-C443-0419-F1D7-C9160C37E33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964372" y="3073182"/>
            <a:ext cx="483292" cy="3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e 14">
            <a:extLst>
              <a:ext uri="{FF2B5EF4-FFF2-40B4-BE49-F238E27FC236}">
                <a16:creationId xmlns:a16="http://schemas.microsoft.com/office/drawing/2014/main" id="{8861BC73-2BFC-1DB7-8C07-BEA82B086A5D}"/>
              </a:ext>
            </a:extLst>
          </p:cNvPr>
          <p:cNvSpPr/>
          <p:nvPr/>
        </p:nvSpPr>
        <p:spPr>
          <a:xfrm>
            <a:off x="166644" y="2619956"/>
            <a:ext cx="1870545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ViT</a:t>
            </a:r>
            <a:r>
              <a:rPr lang="it-IT" dirty="0"/>
              <a:t> Originale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8B7BF738-AE8D-5130-66BD-E1FFCD058FD4}"/>
              </a:ext>
            </a:extLst>
          </p:cNvPr>
          <p:cNvSpPr/>
          <p:nvPr/>
        </p:nvSpPr>
        <p:spPr>
          <a:xfrm>
            <a:off x="10093853" y="2619956"/>
            <a:ext cx="1931503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ViT</a:t>
            </a:r>
            <a:r>
              <a:rPr lang="it-IT" dirty="0"/>
              <a:t> Compresso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C593E8F3-E615-B30B-C208-8D19A404928C}"/>
              </a:ext>
            </a:extLst>
          </p:cNvPr>
          <p:cNvCxnSpPr>
            <a:cxnSpLocks/>
            <a:stCxn id="7" idx="3"/>
            <a:endCxn id="16" idx="2"/>
          </p:cNvCxnSpPr>
          <p:nvPr/>
        </p:nvCxnSpPr>
        <p:spPr>
          <a:xfrm>
            <a:off x="9433705" y="3077156"/>
            <a:ext cx="6601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A681C8EB-6301-C158-7569-40DC63B26D40}"/>
              </a:ext>
            </a:extLst>
          </p:cNvPr>
          <p:cNvCxnSpPr/>
          <p:nvPr/>
        </p:nvCxnSpPr>
        <p:spPr>
          <a:xfrm flipV="1">
            <a:off x="9759972" y="1685677"/>
            <a:ext cx="0" cy="13914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F8928610-5100-06D1-746F-5EFA82620540}"/>
              </a:ext>
            </a:extLst>
          </p:cNvPr>
          <p:cNvCxnSpPr>
            <a:cxnSpLocks/>
          </p:cNvCxnSpPr>
          <p:nvPr/>
        </p:nvCxnSpPr>
        <p:spPr>
          <a:xfrm flipV="1">
            <a:off x="2392062" y="1685677"/>
            <a:ext cx="0" cy="1391479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CF33BA44-908F-2EBA-A1B9-FDC132FAA5B5}"/>
              </a:ext>
            </a:extLst>
          </p:cNvPr>
          <p:cNvCxnSpPr>
            <a:cxnSpLocks/>
          </p:cNvCxnSpPr>
          <p:nvPr/>
        </p:nvCxnSpPr>
        <p:spPr>
          <a:xfrm flipH="1">
            <a:off x="2392062" y="1685677"/>
            <a:ext cx="73679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Rettangolo 65">
            <a:extLst>
              <a:ext uri="{FF2B5EF4-FFF2-40B4-BE49-F238E27FC236}">
                <a16:creationId xmlns:a16="http://schemas.microsoft.com/office/drawing/2014/main" id="{39FAE463-E1B1-9031-3F82-1CE326C2FF49}"/>
              </a:ext>
            </a:extLst>
          </p:cNvPr>
          <p:cNvSpPr/>
          <p:nvPr/>
        </p:nvSpPr>
        <p:spPr>
          <a:xfrm>
            <a:off x="2772784" y="2564297"/>
            <a:ext cx="1435008" cy="10257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Campiona </a:t>
            </a:r>
            <a:r>
              <a:rPr lang="it-IT" dirty="0" err="1"/>
              <a:t>Search</a:t>
            </a:r>
            <a:r>
              <a:rPr lang="it-IT" dirty="0"/>
              <a:t> Set</a:t>
            </a:r>
          </a:p>
        </p:txBody>
      </p: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A9BA2DF5-A564-4659-DF15-A08CC525E697}"/>
              </a:ext>
            </a:extLst>
          </p:cNvPr>
          <p:cNvCxnSpPr>
            <a:stCxn id="15" idx="6"/>
            <a:endCxn id="66" idx="1"/>
          </p:cNvCxnSpPr>
          <p:nvPr/>
        </p:nvCxnSpPr>
        <p:spPr>
          <a:xfrm>
            <a:off x="2037189" y="3077156"/>
            <a:ext cx="7355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34212103-35B1-9206-6C34-B01D5A9B3D9A}"/>
              </a:ext>
            </a:extLst>
          </p:cNvPr>
          <p:cNvCxnSpPr>
            <a:stCxn id="66" idx="3"/>
            <a:endCxn id="5" idx="1"/>
          </p:cNvCxnSpPr>
          <p:nvPr/>
        </p:nvCxnSpPr>
        <p:spPr>
          <a:xfrm flipV="1">
            <a:off x="4207792" y="3073182"/>
            <a:ext cx="483292" cy="3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5569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FAF30-5DDD-90D3-4410-95B006164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FFF0AFF6-0A98-E10B-240F-2B7B1B4A0A83}"/>
              </a:ext>
            </a:extLst>
          </p:cNvPr>
          <p:cNvSpPr/>
          <p:nvPr/>
        </p:nvSpPr>
        <p:spPr>
          <a:xfrm>
            <a:off x="4465229" y="1739196"/>
            <a:ext cx="1258562" cy="102571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Search </a:t>
            </a:r>
            <a:r>
              <a:rPr lang="it-IT" dirty="0" err="1"/>
              <a:t>Algorithm</a:t>
            </a:r>
            <a:endParaRPr lang="it-IT" dirty="0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98E40FBA-C40D-A5C0-589A-7A6536A73007}"/>
              </a:ext>
            </a:extLst>
          </p:cNvPr>
          <p:cNvSpPr/>
          <p:nvPr/>
        </p:nvSpPr>
        <p:spPr>
          <a:xfrm>
            <a:off x="6052228" y="1743170"/>
            <a:ext cx="1813740" cy="102571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Model </a:t>
            </a:r>
            <a:r>
              <a:rPr lang="it-IT" dirty="0" err="1"/>
              <a:t>Reconstruction</a:t>
            </a:r>
            <a:r>
              <a:rPr lang="it-IT" dirty="0"/>
              <a:t> 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5C753DB1-050B-305B-FBF9-03F156522CD0}"/>
              </a:ext>
            </a:extLst>
          </p:cNvPr>
          <p:cNvSpPr/>
          <p:nvPr/>
        </p:nvSpPr>
        <p:spPr>
          <a:xfrm>
            <a:off x="8252315" y="1743170"/>
            <a:ext cx="1193832" cy="102571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RecoveryFine</a:t>
            </a:r>
            <a:r>
              <a:rPr lang="it-IT" dirty="0"/>
              <a:t> Tuning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6434A44B-1021-2517-2D73-9330197DC2AC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723791" y="2252055"/>
            <a:ext cx="328437" cy="3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F0C3714-AAE7-40CE-B8C1-EC390ED28C48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865968" y="2256029"/>
            <a:ext cx="3863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e 14">
            <a:extLst>
              <a:ext uri="{FF2B5EF4-FFF2-40B4-BE49-F238E27FC236}">
                <a16:creationId xmlns:a16="http://schemas.microsoft.com/office/drawing/2014/main" id="{A93DDA34-9AEE-F565-05EE-1320D9A92D79}"/>
              </a:ext>
            </a:extLst>
          </p:cNvPr>
          <p:cNvSpPr/>
          <p:nvPr/>
        </p:nvSpPr>
        <p:spPr>
          <a:xfrm>
            <a:off x="97633" y="1798829"/>
            <a:ext cx="1870545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Original</a:t>
            </a:r>
            <a:r>
              <a:rPr lang="it-IT" dirty="0"/>
              <a:t> ViT Model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CD09CDB2-64DB-0F0F-BE5C-54A2AA82F83F}"/>
              </a:ext>
            </a:extLst>
          </p:cNvPr>
          <p:cNvSpPr/>
          <p:nvPr/>
        </p:nvSpPr>
        <p:spPr>
          <a:xfrm>
            <a:off x="10024842" y="1798829"/>
            <a:ext cx="2098147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Compressed</a:t>
            </a:r>
            <a:r>
              <a:rPr lang="it-IT" dirty="0"/>
              <a:t> ViT Model</a:t>
            </a: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F429427D-EF6F-0F65-E1A4-3F436826EA45}"/>
              </a:ext>
            </a:extLst>
          </p:cNvPr>
          <p:cNvCxnSpPr>
            <a:cxnSpLocks/>
            <a:stCxn id="7" idx="3"/>
            <a:endCxn id="16" idx="2"/>
          </p:cNvCxnSpPr>
          <p:nvPr/>
        </p:nvCxnSpPr>
        <p:spPr>
          <a:xfrm>
            <a:off x="9446147" y="2256029"/>
            <a:ext cx="5786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B3E35A5F-EE6B-766E-A36A-D1D645D18EBA}"/>
              </a:ext>
            </a:extLst>
          </p:cNvPr>
          <p:cNvCxnSpPr/>
          <p:nvPr/>
        </p:nvCxnSpPr>
        <p:spPr>
          <a:xfrm flipV="1">
            <a:off x="9690961" y="864550"/>
            <a:ext cx="0" cy="13914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1DFA7A21-BCBF-F982-E16E-C30050C32E33}"/>
              </a:ext>
            </a:extLst>
          </p:cNvPr>
          <p:cNvCxnSpPr>
            <a:cxnSpLocks/>
          </p:cNvCxnSpPr>
          <p:nvPr/>
        </p:nvCxnSpPr>
        <p:spPr>
          <a:xfrm flipV="1">
            <a:off x="2323051" y="864550"/>
            <a:ext cx="0" cy="1391479"/>
          </a:xfrm>
          <a:prstGeom prst="line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9F1EEBF0-65B0-D32C-0F7A-AF5D99E19BB4}"/>
              </a:ext>
            </a:extLst>
          </p:cNvPr>
          <p:cNvCxnSpPr>
            <a:cxnSpLocks/>
          </p:cNvCxnSpPr>
          <p:nvPr/>
        </p:nvCxnSpPr>
        <p:spPr>
          <a:xfrm flipH="1">
            <a:off x="2323051" y="864550"/>
            <a:ext cx="736791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65556CCC-6C8B-2F5B-E6E2-6B314ED4339C}"/>
              </a:ext>
            </a:extLst>
          </p:cNvPr>
          <p:cNvSpPr/>
          <p:nvPr/>
        </p:nvSpPr>
        <p:spPr>
          <a:xfrm>
            <a:off x="2649319" y="1743170"/>
            <a:ext cx="1435008" cy="102571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Search Set Sampling</a:t>
            </a:r>
          </a:p>
        </p:txBody>
      </p: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166DF0B0-E802-ACAA-CF09-1082C793FA30}"/>
              </a:ext>
            </a:extLst>
          </p:cNvPr>
          <p:cNvCxnSpPr>
            <a:cxnSpLocks/>
            <a:stCxn id="15" idx="6"/>
            <a:endCxn id="66" idx="1"/>
          </p:cNvCxnSpPr>
          <p:nvPr/>
        </p:nvCxnSpPr>
        <p:spPr>
          <a:xfrm>
            <a:off x="1968178" y="2256029"/>
            <a:ext cx="6811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7D2FFE63-F127-3947-9475-AE3E4CCE12F1}"/>
              </a:ext>
            </a:extLst>
          </p:cNvPr>
          <p:cNvCxnSpPr>
            <a:cxnSpLocks/>
            <a:stCxn id="66" idx="3"/>
            <a:endCxn id="5" idx="1"/>
          </p:cNvCxnSpPr>
          <p:nvPr/>
        </p:nvCxnSpPr>
        <p:spPr>
          <a:xfrm flipV="1">
            <a:off x="4084327" y="2252055"/>
            <a:ext cx="380902" cy="3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67A939C-3786-19A5-D0BC-8046A9917FD2}"/>
              </a:ext>
            </a:extLst>
          </p:cNvPr>
          <p:cNvSpPr txBox="1"/>
          <p:nvPr/>
        </p:nvSpPr>
        <p:spPr>
          <a:xfrm>
            <a:off x="2323050" y="507341"/>
            <a:ext cx="736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dk1"/>
                </a:solidFill>
              </a:rPr>
              <a:t>×N </a:t>
            </a:r>
            <a:r>
              <a:rPr lang="it-IT" dirty="0" err="1">
                <a:solidFill>
                  <a:schemeClr val="dk1"/>
                </a:solidFill>
              </a:rPr>
              <a:t>iterations</a:t>
            </a:r>
            <a:endParaRPr lang="it-IT" dirty="0">
              <a:solidFill>
                <a:schemeClr val="dk1"/>
              </a:solidFill>
            </a:endParaRPr>
          </a:p>
        </p:txBody>
      </p:sp>
      <p:grpSp>
        <p:nvGrpSpPr>
          <p:cNvPr id="48" name="Gruppo 47">
            <a:extLst>
              <a:ext uri="{FF2B5EF4-FFF2-40B4-BE49-F238E27FC236}">
                <a16:creationId xmlns:a16="http://schemas.microsoft.com/office/drawing/2014/main" id="{28064074-96C6-43CF-4A7D-C3800DA1901A}"/>
              </a:ext>
            </a:extLst>
          </p:cNvPr>
          <p:cNvGrpSpPr/>
          <p:nvPr/>
        </p:nvGrpSpPr>
        <p:grpSpPr>
          <a:xfrm>
            <a:off x="1308731" y="3722298"/>
            <a:ext cx="2882269" cy="2408649"/>
            <a:chOff x="1013456" y="3358838"/>
            <a:chExt cx="4162283" cy="3317012"/>
          </a:xfrm>
        </p:grpSpPr>
        <p:sp>
          <p:nvSpPr>
            <p:cNvPr id="35" name="Rettangolo 34">
              <a:extLst>
                <a:ext uri="{FF2B5EF4-FFF2-40B4-BE49-F238E27FC236}">
                  <a16:creationId xmlns:a16="http://schemas.microsoft.com/office/drawing/2014/main" id="{69123536-6894-96C9-B300-33BEAC157DC1}"/>
                </a:ext>
              </a:extLst>
            </p:cNvPr>
            <p:cNvSpPr/>
            <p:nvPr/>
          </p:nvSpPr>
          <p:spPr>
            <a:xfrm>
              <a:off x="1013456" y="3358838"/>
              <a:ext cx="1960117" cy="95291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6" name="Rettangolo 35">
              <a:extLst>
                <a:ext uri="{FF2B5EF4-FFF2-40B4-BE49-F238E27FC236}">
                  <a16:creationId xmlns:a16="http://schemas.microsoft.com/office/drawing/2014/main" id="{A3F21A74-0B5F-F2E3-D5B4-F732EFBC4003}"/>
                </a:ext>
              </a:extLst>
            </p:cNvPr>
            <p:cNvSpPr/>
            <p:nvPr/>
          </p:nvSpPr>
          <p:spPr>
            <a:xfrm>
              <a:off x="1137038" y="3475916"/>
              <a:ext cx="1960117" cy="95291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7" name="Rettangolo 36">
              <a:extLst>
                <a:ext uri="{FF2B5EF4-FFF2-40B4-BE49-F238E27FC236}">
                  <a16:creationId xmlns:a16="http://schemas.microsoft.com/office/drawing/2014/main" id="{7AD49DF4-3BEB-A50D-78DF-23B03EE17D96}"/>
                </a:ext>
              </a:extLst>
            </p:cNvPr>
            <p:cNvSpPr/>
            <p:nvPr/>
          </p:nvSpPr>
          <p:spPr>
            <a:xfrm>
              <a:off x="1260620" y="3592993"/>
              <a:ext cx="1960117" cy="95291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9" name="Rettangolo 38">
              <a:extLst>
                <a:ext uri="{FF2B5EF4-FFF2-40B4-BE49-F238E27FC236}">
                  <a16:creationId xmlns:a16="http://schemas.microsoft.com/office/drawing/2014/main" id="{6BB8A706-5565-6D69-CFCB-104077C493C5}"/>
                </a:ext>
              </a:extLst>
            </p:cNvPr>
            <p:cNvSpPr/>
            <p:nvPr/>
          </p:nvSpPr>
          <p:spPr>
            <a:xfrm>
              <a:off x="1384202" y="3710071"/>
              <a:ext cx="1960117" cy="95291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dirty="0"/>
                <a:t>Train Set</a:t>
              </a:r>
            </a:p>
          </p:txBody>
        </p:sp>
        <p:sp>
          <p:nvSpPr>
            <p:cNvPr id="40" name="Rettangolo 39">
              <a:extLst>
                <a:ext uri="{FF2B5EF4-FFF2-40B4-BE49-F238E27FC236}">
                  <a16:creationId xmlns:a16="http://schemas.microsoft.com/office/drawing/2014/main" id="{B30B2F2A-2060-DD92-EAE2-4521DD2D76DC}"/>
                </a:ext>
              </a:extLst>
            </p:cNvPr>
            <p:cNvSpPr/>
            <p:nvPr/>
          </p:nvSpPr>
          <p:spPr>
            <a:xfrm>
              <a:off x="1013456" y="5371707"/>
              <a:ext cx="1960117" cy="9529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1" name="Rettangolo 40">
              <a:extLst>
                <a:ext uri="{FF2B5EF4-FFF2-40B4-BE49-F238E27FC236}">
                  <a16:creationId xmlns:a16="http://schemas.microsoft.com/office/drawing/2014/main" id="{0B44E2BA-16A8-EEB7-D857-578F9D263A63}"/>
                </a:ext>
              </a:extLst>
            </p:cNvPr>
            <p:cNvSpPr/>
            <p:nvPr/>
          </p:nvSpPr>
          <p:spPr>
            <a:xfrm>
              <a:off x="1137038" y="5488785"/>
              <a:ext cx="1960117" cy="9529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2" name="Rettangolo 41">
              <a:extLst>
                <a:ext uri="{FF2B5EF4-FFF2-40B4-BE49-F238E27FC236}">
                  <a16:creationId xmlns:a16="http://schemas.microsoft.com/office/drawing/2014/main" id="{5F6EB41B-4AB8-8805-DA86-2D1467FB80ED}"/>
                </a:ext>
              </a:extLst>
            </p:cNvPr>
            <p:cNvSpPr/>
            <p:nvPr/>
          </p:nvSpPr>
          <p:spPr>
            <a:xfrm>
              <a:off x="1260620" y="5605862"/>
              <a:ext cx="1960117" cy="9529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3" name="Rettangolo 42">
              <a:extLst>
                <a:ext uri="{FF2B5EF4-FFF2-40B4-BE49-F238E27FC236}">
                  <a16:creationId xmlns:a16="http://schemas.microsoft.com/office/drawing/2014/main" id="{97A556FF-9FF6-24A8-DA6F-839FBA712B3A}"/>
                </a:ext>
              </a:extLst>
            </p:cNvPr>
            <p:cNvSpPr/>
            <p:nvPr/>
          </p:nvSpPr>
          <p:spPr>
            <a:xfrm>
              <a:off x="1384202" y="5722940"/>
              <a:ext cx="1960117" cy="9529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t-IT" dirty="0" err="1"/>
                <a:t>Search</a:t>
              </a:r>
              <a:r>
                <a:rPr lang="it-IT" dirty="0"/>
                <a:t> Set</a:t>
              </a:r>
            </a:p>
          </p:txBody>
        </p:sp>
        <p:sp>
          <p:nvSpPr>
            <p:cNvPr id="44" name="Freccia circolare in su 43">
              <a:extLst>
                <a:ext uri="{FF2B5EF4-FFF2-40B4-BE49-F238E27FC236}">
                  <a16:creationId xmlns:a16="http://schemas.microsoft.com/office/drawing/2014/main" id="{775B77C2-4421-B378-A2EC-769DD52E4BCF}"/>
                </a:ext>
              </a:extLst>
            </p:cNvPr>
            <p:cNvSpPr/>
            <p:nvPr/>
          </p:nvSpPr>
          <p:spPr>
            <a:xfrm>
              <a:off x="2010133" y="5038783"/>
              <a:ext cx="477710" cy="218655"/>
            </a:xfrm>
            <a:prstGeom prst="curvedUp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45" name="Freccia circolare in su 44">
              <a:extLst>
                <a:ext uri="{FF2B5EF4-FFF2-40B4-BE49-F238E27FC236}">
                  <a16:creationId xmlns:a16="http://schemas.microsoft.com/office/drawing/2014/main" id="{820BE870-6C1A-D244-CB9E-77EBFE3D40CE}"/>
                </a:ext>
              </a:extLst>
            </p:cNvPr>
            <p:cNvSpPr/>
            <p:nvPr/>
          </p:nvSpPr>
          <p:spPr>
            <a:xfrm flipH="1" flipV="1">
              <a:off x="2002759" y="4777249"/>
              <a:ext cx="477710" cy="218654"/>
            </a:xfrm>
            <a:prstGeom prst="curvedUp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46" name="CasellaDiTesto 45">
              <a:extLst>
                <a:ext uri="{FF2B5EF4-FFF2-40B4-BE49-F238E27FC236}">
                  <a16:creationId xmlns:a16="http://schemas.microsoft.com/office/drawing/2014/main" id="{8DB9D2FF-A577-3598-8FF6-02D6E8CE5B82}"/>
                </a:ext>
              </a:extLst>
            </p:cNvPr>
            <p:cNvSpPr txBox="1"/>
            <p:nvPr/>
          </p:nvSpPr>
          <p:spPr>
            <a:xfrm>
              <a:off x="2587255" y="4874740"/>
              <a:ext cx="25884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b="1" dirty="0"/>
                <a:t>Sampling</a:t>
              </a:r>
            </a:p>
          </p:txBody>
        </p:sp>
      </p:grpSp>
      <p:cxnSp>
        <p:nvCxnSpPr>
          <p:cNvPr id="50" name="Connettore diritto 49">
            <a:extLst>
              <a:ext uri="{FF2B5EF4-FFF2-40B4-BE49-F238E27FC236}">
                <a16:creationId xmlns:a16="http://schemas.microsoft.com/office/drawing/2014/main" id="{D6D89551-340F-A644-1335-26272CC341AE}"/>
              </a:ext>
            </a:extLst>
          </p:cNvPr>
          <p:cNvCxnSpPr>
            <a:cxnSpLocks/>
          </p:cNvCxnSpPr>
          <p:nvPr/>
        </p:nvCxnSpPr>
        <p:spPr>
          <a:xfrm flipH="1">
            <a:off x="2158549" y="2892004"/>
            <a:ext cx="1136223" cy="754094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3" name="Immagine 52">
            <a:extLst>
              <a:ext uri="{FF2B5EF4-FFF2-40B4-BE49-F238E27FC236}">
                <a16:creationId xmlns:a16="http://schemas.microsoft.com/office/drawing/2014/main" id="{6A9A727E-BD0E-5BEF-19E6-01558D6EEC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498" y="3515680"/>
            <a:ext cx="3421750" cy="2619241"/>
          </a:xfrm>
          <a:prstGeom prst="rect">
            <a:avLst/>
          </a:prstGeom>
        </p:spPr>
      </p:pic>
      <p:cxnSp>
        <p:nvCxnSpPr>
          <p:cNvPr id="54" name="Connettore diritto 53">
            <a:extLst>
              <a:ext uri="{FF2B5EF4-FFF2-40B4-BE49-F238E27FC236}">
                <a16:creationId xmlns:a16="http://schemas.microsoft.com/office/drawing/2014/main" id="{E92D6B02-53E8-2A7E-C0F7-417EF7EFC596}"/>
              </a:ext>
            </a:extLst>
          </p:cNvPr>
          <p:cNvCxnSpPr>
            <a:cxnSpLocks/>
          </p:cNvCxnSpPr>
          <p:nvPr/>
        </p:nvCxnSpPr>
        <p:spPr>
          <a:xfrm>
            <a:off x="5094510" y="2892004"/>
            <a:ext cx="1136223" cy="754094"/>
          </a:xfrm>
          <a:prstGeom prst="line">
            <a:avLst/>
          </a:prstGeom>
          <a:ln w="12700"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8667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D17AB-D6BF-B1A8-E4EC-2ECBCEEDA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39EB44C2-DA55-F36D-9DE4-310BC29915C0}"/>
              </a:ext>
            </a:extLst>
          </p:cNvPr>
          <p:cNvSpPr/>
          <p:nvPr/>
        </p:nvSpPr>
        <p:spPr>
          <a:xfrm>
            <a:off x="5359289" y="2560323"/>
            <a:ext cx="1778727" cy="10257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Quantizzazione FP16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FA9BC0A-3FD2-B1BF-05AD-0411F2329BBD}"/>
              </a:ext>
            </a:extLst>
          </p:cNvPr>
          <p:cNvSpPr/>
          <p:nvPr/>
        </p:nvSpPr>
        <p:spPr>
          <a:xfrm>
            <a:off x="8057071" y="2560323"/>
            <a:ext cx="1218515" cy="10257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ONNX Runtime Engine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674ACD6A-4069-9ED0-F934-AEE7540A613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7138016" y="3073182"/>
            <a:ext cx="9190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F2D2ED58-DC93-4A0B-1E9D-F03377ED513A}"/>
              </a:ext>
            </a:extLst>
          </p:cNvPr>
          <p:cNvCxnSpPr>
            <a:cxnSpLocks/>
            <a:stCxn id="6" idx="3"/>
            <a:endCxn id="16" idx="2"/>
          </p:cNvCxnSpPr>
          <p:nvPr/>
        </p:nvCxnSpPr>
        <p:spPr>
          <a:xfrm>
            <a:off x="9275586" y="3073182"/>
            <a:ext cx="8182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e 14">
            <a:extLst>
              <a:ext uri="{FF2B5EF4-FFF2-40B4-BE49-F238E27FC236}">
                <a16:creationId xmlns:a16="http://schemas.microsoft.com/office/drawing/2014/main" id="{2807C056-602D-DB71-555C-7E2ECF990DCD}"/>
              </a:ext>
            </a:extLst>
          </p:cNvPr>
          <p:cNvSpPr/>
          <p:nvPr/>
        </p:nvSpPr>
        <p:spPr>
          <a:xfrm>
            <a:off x="166644" y="2619956"/>
            <a:ext cx="1870545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Modello ViT </a:t>
            </a:r>
            <a:r>
              <a:rPr lang="it-IT" dirty="0" err="1"/>
              <a:t>PyTorch</a:t>
            </a:r>
            <a:endParaRPr lang="it-IT" dirty="0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DA5887DD-B8F9-EC37-8A1C-23B8E0F3E44E}"/>
              </a:ext>
            </a:extLst>
          </p:cNvPr>
          <p:cNvSpPr/>
          <p:nvPr/>
        </p:nvSpPr>
        <p:spPr>
          <a:xfrm>
            <a:off x="10093853" y="2615982"/>
            <a:ext cx="1931503" cy="914400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Deploy</a:t>
            </a:r>
            <a:endParaRPr lang="it-IT" dirty="0"/>
          </a:p>
          <a:p>
            <a:pPr algn="ctr"/>
            <a:r>
              <a:rPr lang="it-IT" dirty="0"/>
              <a:t> on-device </a:t>
            </a:r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255AAE5C-45C1-91CA-C09F-7C0AE9CE8D83}"/>
              </a:ext>
            </a:extLst>
          </p:cNvPr>
          <p:cNvSpPr/>
          <p:nvPr/>
        </p:nvSpPr>
        <p:spPr>
          <a:xfrm>
            <a:off x="2803590" y="2564297"/>
            <a:ext cx="1636644" cy="10257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Esportazione in formato ONNX </a:t>
            </a:r>
          </a:p>
        </p:txBody>
      </p: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8376F07C-FAC3-A4CE-4186-0CF6E4A5CA06}"/>
              </a:ext>
            </a:extLst>
          </p:cNvPr>
          <p:cNvCxnSpPr>
            <a:cxnSpLocks/>
            <a:stCxn id="15" idx="6"/>
            <a:endCxn id="66" idx="1"/>
          </p:cNvCxnSpPr>
          <p:nvPr/>
        </p:nvCxnSpPr>
        <p:spPr>
          <a:xfrm>
            <a:off x="2037189" y="3077156"/>
            <a:ext cx="7664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2FC8E348-A52E-BA9D-62A8-82AAF4037E52}"/>
              </a:ext>
            </a:extLst>
          </p:cNvPr>
          <p:cNvCxnSpPr>
            <a:cxnSpLocks/>
            <a:stCxn id="66" idx="3"/>
            <a:endCxn id="5" idx="1"/>
          </p:cNvCxnSpPr>
          <p:nvPr/>
        </p:nvCxnSpPr>
        <p:spPr>
          <a:xfrm flipV="1">
            <a:off x="4440234" y="3073182"/>
            <a:ext cx="919055" cy="3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767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4F403-4C15-0A4C-AB92-8816E058B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169D1C3-54E9-9B1A-4932-29EF26504BC1}"/>
              </a:ext>
            </a:extLst>
          </p:cNvPr>
          <p:cNvSpPr/>
          <p:nvPr/>
        </p:nvSpPr>
        <p:spPr>
          <a:xfrm>
            <a:off x="2364261" y="375903"/>
            <a:ext cx="1960117" cy="9529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3F6B165A-7118-4213-6DEA-97DDDACF1B0A}"/>
              </a:ext>
            </a:extLst>
          </p:cNvPr>
          <p:cNvSpPr/>
          <p:nvPr/>
        </p:nvSpPr>
        <p:spPr>
          <a:xfrm>
            <a:off x="2487843" y="492981"/>
            <a:ext cx="1960117" cy="9529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D96B4DBE-6AF8-817D-9E3D-C89822DD5535}"/>
              </a:ext>
            </a:extLst>
          </p:cNvPr>
          <p:cNvSpPr/>
          <p:nvPr/>
        </p:nvSpPr>
        <p:spPr>
          <a:xfrm>
            <a:off x="2611425" y="610058"/>
            <a:ext cx="1960117" cy="9529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976F967-F475-E195-7DB9-591A6315B584}"/>
              </a:ext>
            </a:extLst>
          </p:cNvPr>
          <p:cNvSpPr/>
          <p:nvPr/>
        </p:nvSpPr>
        <p:spPr>
          <a:xfrm>
            <a:off x="2735007" y="727136"/>
            <a:ext cx="1960117" cy="9529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Dati di Training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ECE5578-B8DF-ABD3-1237-E37E19D03EE3}"/>
              </a:ext>
            </a:extLst>
          </p:cNvPr>
          <p:cNvSpPr/>
          <p:nvPr/>
        </p:nvSpPr>
        <p:spPr>
          <a:xfrm>
            <a:off x="8179436" y="375903"/>
            <a:ext cx="1960117" cy="9529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E0B0A18-2EAF-3FD5-D8AC-3FF286B15065}"/>
              </a:ext>
            </a:extLst>
          </p:cNvPr>
          <p:cNvSpPr/>
          <p:nvPr/>
        </p:nvSpPr>
        <p:spPr>
          <a:xfrm>
            <a:off x="8303018" y="492981"/>
            <a:ext cx="1960117" cy="9529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DCB346A2-14D5-7E6A-55DD-9749D922C46E}"/>
              </a:ext>
            </a:extLst>
          </p:cNvPr>
          <p:cNvSpPr/>
          <p:nvPr/>
        </p:nvSpPr>
        <p:spPr>
          <a:xfrm>
            <a:off x="8426600" y="610058"/>
            <a:ext cx="1960117" cy="9529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9DA206AC-6B83-F285-9775-C80B5CDAFE76}"/>
              </a:ext>
            </a:extLst>
          </p:cNvPr>
          <p:cNvSpPr/>
          <p:nvPr/>
        </p:nvSpPr>
        <p:spPr>
          <a:xfrm>
            <a:off x="8550182" y="727136"/>
            <a:ext cx="1960117" cy="9529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Dati di Test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3E8CBB5B-A8CF-A0F8-C70D-58F43FB5CB63}"/>
              </a:ext>
            </a:extLst>
          </p:cNvPr>
          <p:cNvCxnSpPr/>
          <p:nvPr/>
        </p:nvCxnSpPr>
        <p:spPr>
          <a:xfrm flipH="1">
            <a:off x="2557693" y="1894857"/>
            <a:ext cx="573850" cy="12522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AA38B603-6F62-045E-9841-6E9F55FF48F8}"/>
              </a:ext>
            </a:extLst>
          </p:cNvPr>
          <p:cNvCxnSpPr>
            <a:cxnSpLocks/>
          </p:cNvCxnSpPr>
          <p:nvPr/>
        </p:nvCxnSpPr>
        <p:spPr>
          <a:xfrm rot="8100000" flipH="1">
            <a:off x="3989869" y="1860073"/>
            <a:ext cx="543647" cy="1321790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ttangolo 22">
            <a:extLst>
              <a:ext uri="{FF2B5EF4-FFF2-40B4-BE49-F238E27FC236}">
                <a16:creationId xmlns:a16="http://schemas.microsoft.com/office/drawing/2014/main" id="{42F3579A-1DDC-E543-CAFE-68BB52586D22}"/>
              </a:ext>
            </a:extLst>
          </p:cNvPr>
          <p:cNvSpPr/>
          <p:nvPr/>
        </p:nvSpPr>
        <p:spPr>
          <a:xfrm>
            <a:off x="1013456" y="3358838"/>
            <a:ext cx="1960117" cy="9529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6AFC751B-F633-F51D-7984-D45782BE8CD8}"/>
              </a:ext>
            </a:extLst>
          </p:cNvPr>
          <p:cNvSpPr/>
          <p:nvPr/>
        </p:nvSpPr>
        <p:spPr>
          <a:xfrm>
            <a:off x="1137038" y="3475916"/>
            <a:ext cx="1960117" cy="9529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69A9EE2C-E7F1-6B24-30B5-2F05FD9C9A88}"/>
              </a:ext>
            </a:extLst>
          </p:cNvPr>
          <p:cNvSpPr/>
          <p:nvPr/>
        </p:nvSpPr>
        <p:spPr>
          <a:xfrm>
            <a:off x="1260620" y="3592993"/>
            <a:ext cx="1960117" cy="9529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313ECB75-8FC6-7883-E7A9-21D6FDB90BE3}"/>
              </a:ext>
            </a:extLst>
          </p:cNvPr>
          <p:cNvSpPr/>
          <p:nvPr/>
        </p:nvSpPr>
        <p:spPr>
          <a:xfrm>
            <a:off x="1384202" y="3710071"/>
            <a:ext cx="1960117" cy="9529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Train Set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C7358A46-5D3A-3169-78D6-D30A3B9D48DA}"/>
              </a:ext>
            </a:extLst>
          </p:cNvPr>
          <p:cNvSpPr/>
          <p:nvPr/>
        </p:nvSpPr>
        <p:spPr>
          <a:xfrm>
            <a:off x="4044976" y="3358838"/>
            <a:ext cx="1960117" cy="9529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28035CCD-4705-6A78-7E09-21309CFB3A26}"/>
              </a:ext>
            </a:extLst>
          </p:cNvPr>
          <p:cNvSpPr/>
          <p:nvPr/>
        </p:nvSpPr>
        <p:spPr>
          <a:xfrm>
            <a:off x="4168558" y="3475916"/>
            <a:ext cx="1960117" cy="9529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CFF7B0A8-C239-46CB-B87A-D7BECBF8FBBC}"/>
              </a:ext>
            </a:extLst>
          </p:cNvPr>
          <p:cNvSpPr/>
          <p:nvPr/>
        </p:nvSpPr>
        <p:spPr>
          <a:xfrm>
            <a:off x="4292140" y="3592993"/>
            <a:ext cx="1960117" cy="9529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C48FA8D1-6512-65AF-3B3A-37D326C9EEF2}"/>
              </a:ext>
            </a:extLst>
          </p:cNvPr>
          <p:cNvSpPr/>
          <p:nvPr/>
        </p:nvSpPr>
        <p:spPr>
          <a:xfrm>
            <a:off x="4415722" y="3710071"/>
            <a:ext cx="1960117" cy="9529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Validation</a:t>
            </a:r>
            <a:r>
              <a:rPr lang="it-IT" dirty="0"/>
              <a:t> Set</a:t>
            </a:r>
          </a:p>
        </p:txBody>
      </p: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FBBC934B-ACE7-DD5D-F444-6D0551B9C0A1}"/>
              </a:ext>
            </a:extLst>
          </p:cNvPr>
          <p:cNvCxnSpPr>
            <a:cxnSpLocks/>
          </p:cNvCxnSpPr>
          <p:nvPr/>
        </p:nvCxnSpPr>
        <p:spPr>
          <a:xfrm flipV="1">
            <a:off x="9530240" y="1861436"/>
            <a:ext cx="0" cy="1319064"/>
          </a:xfrm>
          <a:prstGeom prst="straightConnector1">
            <a:avLst/>
          </a:prstGeom>
          <a:ln w="38100"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Rettangolo 40">
            <a:extLst>
              <a:ext uri="{FF2B5EF4-FFF2-40B4-BE49-F238E27FC236}">
                <a16:creationId xmlns:a16="http://schemas.microsoft.com/office/drawing/2014/main" id="{E0F87A58-3B64-C5A5-EDBC-4C321E6EE40D}"/>
              </a:ext>
            </a:extLst>
          </p:cNvPr>
          <p:cNvSpPr/>
          <p:nvPr/>
        </p:nvSpPr>
        <p:spPr>
          <a:xfrm>
            <a:off x="8179436" y="3358838"/>
            <a:ext cx="1960117" cy="9529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4387D547-9AF5-567C-69EB-DB8642472D79}"/>
              </a:ext>
            </a:extLst>
          </p:cNvPr>
          <p:cNvSpPr/>
          <p:nvPr/>
        </p:nvSpPr>
        <p:spPr>
          <a:xfrm>
            <a:off x="8303018" y="3475916"/>
            <a:ext cx="1960117" cy="9529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87A6DA19-0B2A-8A22-B75F-BFB82842CB3C}"/>
              </a:ext>
            </a:extLst>
          </p:cNvPr>
          <p:cNvSpPr/>
          <p:nvPr/>
        </p:nvSpPr>
        <p:spPr>
          <a:xfrm>
            <a:off x="8426600" y="3592993"/>
            <a:ext cx="1960117" cy="9529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689ED61B-FC6C-9DE6-F729-EF04D7B63908}"/>
              </a:ext>
            </a:extLst>
          </p:cNvPr>
          <p:cNvSpPr/>
          <p:nvPr/>
        </p:nvSpPr>
        <p:spPr>
          <a:xfrm>
            <a:off x="8550182" y="3710071"/>
            <a:ext cx="1960117" cy="9529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Test Set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F794007E-7EE4-3050-109F-02D68BE450B9}"/>
              </a:ext>
            </a:extLst>
          </p:cNvPr>
          <p:cNvSpPr/>
          <p:nvPr/>
        </p:nvSpPr>
        <p:spPr>
          <a:xfrm>
            <a:off x="1013456" y="5371707"/>
            <a:ext cx="1960117" cy="9529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0A3BBB43-8A42-7685-9DC9-946516A440DC}"/>
              </a:ext>
            </a:extLst>
          </p:cNvPr>
          <p:cNvSpPr/>
          <p:nvPr/>
        </p:nvSpPr>
        <p:spPr>
          <a:xfrm>
            <a:off x="1137038" y="5488785"/>
            <a:ext cx="1960117" cy="9529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5CF801F5-A898-8991-71FE-4C06BCE23F2D}"/>
              </a:ext>
            </a:extLst>
          </p:cNvPr>
          <p:cNvSpPr/>
          <p:nvPr/>
        </p:nvSpPr>
        <p:spPr>
          <a:xfrm>
            <a:off x="1260620" y="5605862"/>
            <a:ext cx="1960117" cy="9529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942BC059-13C6-DBBF-1E87-0993CFF5DE17}"/>
              </a:ext>
            </a:extLst>
          </p:cNvPr>
          <p:cNvSpPr/>
          <p:nvPr/>
        </p:nvSpPr>
        <p:spPr>
          <a:xfrm>
            <a:off x="1384202" y="5722940"/>
            <a:ext cx="1960117" cy="9529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Search</a:t>
            </a:r>
            <a:r>
              <a:rPr lang="it-IT" dirty="0"/>
              <a:t> Set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F8A369DE-3C61-E8CA-C734-4F4377F22E29}"/>
              </a:ext>
            </a:extLst>
          </p:cNvPr>
          <p:cNvSpPr txBox="1"/>
          <p:nvPr/>
        </p:nvSpPr>
        <p:spPr>
          <a:xfrm>
            <a:off x="4292140" y="2182414"/>
            <a:ext cx="2588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/>
              <a:t>Preprocessing</a:t>
            </a:r>
            <a:endParaRPr lang="it-IT" sz="1600" b="1" dirty="0"/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250AB4C9-A508-2831-BCAD-66C2F91591B4}"/>
              </a:ext>
            </a:extLst>
          </p:cNvPr>
          <p:cNvSpPr txBox="1"/>
          <p:nvPr/>
        </p:nvSpPr>
        <p:spPr>
          <a:xfrm>
            <a:off x="1263451" y="1936192"/>
            <a:ext cx="25884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/>
              <a:t>Preprocessing</a:t>
            </a:r>
            <a:r>
              <a:rPr lang="it-IT" sz="1600" b="1" dirty="0"/>
              <a:t> </a:t>
            </a:r>
          </a:p>
          <a:p>
            <a:r>
              <a:rPr lang="it-IT" sz="1600" b="1" dirty="0"/>
              <a:t>              + </a:t>
            </a:r>
          </a:p>
          <a:p>
            <a:r>
              <a:rPr lang="it-IT" sz="1600" b="1" dirty="0" err="1"/>
              <a:t>augmentation</a:t>
            </a:r>
            <a:endParaRPr lang="it-IT" sz="1600" b="1" dirty="0"/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366F3429-5804-8D7C-F597-95B5653242EF}"/>
              </a:ext>
            </a:extLst>
          </p:cNvPr>
          <p:cNvSpPr txBox="1"/>
          <p:nvPr/>
        </p:nvSpPr>
        <p:spPr>
          <a:xfrm>
            <a:off x="7921815" y="2182414"/>
            <a:ext cx="2588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 err="1"/>
              <a:t>Preprocessing</a:t>
            </a:r>
            <a:endParaRPr lang="it-IT" sz="1600" b="1" dirty="0"/>
          </a:p>
        </p:txBody>
      </p:sp>
      <p:sp>
        <p:nvSpPr>
          <p:cNvPr id="78" name="Freccia circolare in su 77">
            <a:extLst>
              <a:ext uri="{FF2B5EF4-FFF2-40B4-BE49-F238E27FC236}">
                <a16:creationId xmlns:a16="http://schemas.microsoft.com/office/drawing/2014/main" id="{1BC6B3A1-BF51-63CC-0589-148D29E8844A}"/>
              </a:ext>
            </a:extLst>
          </p:cNvPr>
          <p:cNvSpPr/>
          <p:nvPr/>
        </p:nvSpPr>
        <p:spPr>
          <a:xfrm>
            <a:off x="2010133" y="5038783"/>
            <a:ext cx="477710" cy="218655"/>
          </a:xfrm>
          <a:prstGeom prst="curved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0" name="Freccia circolare in su 79">
            <a:extLst>
              <a:ext uri="{FF2B5EF4-FFF2-40B4-BE49-F238E27FC236}">
                <a16:creationId xmlns:a16="http://schemas.microsoft.com/office/drawing/2014/main" id="{6B78A245-547A-23D7-2159-431F05A47D53}"/>
              </a:ext>
            </a:extLst>
          </p:cNvPr>
          <p:cNvSpPr/>
          <p:nvPr/>
        </p:nvSpPr>
        <p:spPr>
          <a:xfrm flipH="1" flipV="1">
            <a:off x="2002759" y="4777249"/>
            <a:ext cx="477710" cy="218654"/>
          </a:xfrm>
          <a:prstGeom prst="curvedUp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DCA90EBE-1395-C982-D9CE-D2333F5CCE59}"/>
              </a:ext>
            </a:extLst>
          </p:cNvPr>
          <p:cNvSpPr txBox="1"/>
          <p:nvPr/>
        </p:nvSpPr>
        <p:spPr>
          <a:xfrm>
            <a:off x="2587255" y="4874740"/>
            <a:ext cx="2588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/>
              <a:t>Campionamento</a:t>
            </a:r>
          </a:p>
        </p:txBody>
      </p:sp>
    </p:spTree>
    <p:extLst>
      <p:ext uri="{BB962C8B-B14F-4D97-AF65-F5344CB8AC3E}">
        <p14:creationId xmlns:p14="http://schemas.microsoft.com/office/powerpoint/2010/main" val="16173686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75</Words>
  <Application>Microsoft Office PowerPoint</Application>
  <PresentationFormat>Widescreen</PresentationFormat>
  <Paragraphs>35</Paragraphs>
  <Slides>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GIACOMO LOMBARDO</dc:creator>
  <cp:lastModifiedBy>GIACOMO LOMBARDO</cp:lastModifiedBy>
  <cp:revision>11</cp:revision>
  <dcterms:created xsi:type="dcterms:W3CDTF">2026-03-31T16:48:43Z</dcterms:created>
  <dcterms:modified xsi:type="dcterms:W3CDTF">2026-06-16T07:10:18Z</dcterms:modified>
</cp:coreProperties>
</file>